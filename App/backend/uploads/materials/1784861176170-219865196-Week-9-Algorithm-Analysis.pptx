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wmf" ContentType="image/x-w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theme/theme3.xml" ContentType="application/vnd.openxmlformats-officedocument.theme+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theme/theme4.xml" ContentType="application/vnd.openxmlformats-officedocument.theme+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theme/theme5.xml" ContentType="application/vnd.openxmlformats-officedocument.theme+xml"/>
  <Override PartName="/ppt/theme/themeOverride1.xml" ContentType="application/vnd.openxmlformats-officedocument.themeOverride+xml"/>
  <Override PartName="/ppt/theme/themeOverride2.xml" ContentType="application/vnd.openxmlformats-officedocument.themeOverr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4" r:id="rId1"/>
    <p:sldMasterId id="2147483748" r:id="rId2"/>
    <p:sldMasterId id="2147483752" r:id="rId3"/>
    <p:sldMasterId id="2147483781" r:id="rId4"/>
    <p:sldMasterId id="2147483867" r:id="rId5"/>
  </p:sldMasterIdLst>
  <p:sldIdLst>
    <p:sldId id="347" r:id="rId6"/>
    <p:sldId id="348" r:id="rId7"/>
    <p:sldId id="349" r:id="rId8"/>
    <p:sldId id="350" r:id="rId9"/>
    <p:sldId id="351" r:id="rId10"/>
    <p:sldId id="352" r:id="rId11"/>
    <p:sldId id="353" r:id="rId12"/>
    <p:sldId id="354" r:id="rId13"/>
    <p:sldId id="355" r:id="rId14"/>
    <p:sldId id="356" r:id="rId15"/>
    <p:sldId id="357" r:id="rId16"/>
    <p:sldId id="358" r:id="rId17"/>
    <p:sldId id="359" r:id="rId18"/>
    <p:sldId id="360" r:id="rId19"/>
    <p:sldId id="361" r:id="rId20"/>
    <p:sldId id="362" r:id="rId21"/>
    <p:sldId id="346" r:id="rId22"/>
    <p:sldId id="335" r:id="rId23"/>
    <p:sldId id="336" r:id="rId24"/>
    <p:sldId id="325" r:id="rId25"/>
    <p:sldId id="263" r:id="rId26"/>
    <p:sldId id="264" r:id="rId27"/>
    <p:sldId id="265" r:id="rId28"/>
    <p:sldId id="266" r:id="rId29"/>
    <p:sldId id="338" r:id="rId30"/>
    <p:sldId id="340" r:id="rId31"/>
    <p:sldId id="341" r:id="rId32"/>
    <p:sldId id="278" r:id="rId33"/>
    <p:sldId id="279" r:id="rId34"/>
    <p:sldId id="281" r:id="rId35"/>
    <p:sldId id="283" r:id="rId36"/>
    <p:sldId id="284" r:id="rId37"/>
    <p:sldId id="285" r:id="rId38"/>
    <p:sldId id="289" r:id="rId39"/>
    <p:sldId id="292" r:id="rId40"/>
    <p:sldId id="342" r:id="rId41"/>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8" d="100"/>
          <a:sy n="68" d="100"/>
        </p:scale>
        <p:origin x="1446" y="7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slide" Target="slides/slide34.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presProps" Target="presProps.xml"/><Relationship Id="rId7" Type="http://schemas.openxmlformats.org/officeDocument/2006/relationships/slide" Target="slides/slide2.xml"/><Relationship Id="rId2" Type="http://schemas.openxmlformats.org/officeDocument/2006/relationships/slideMaster" Target="slideMasters/slideMaster2.xml"/><Relationship Id="rId16" Type="http://schemas.openxmlformats.org/officeDocument/2006/relationships/slide" Target="slides/slide11.xml"/><Relationship Id="rId29" Type="http://schemas.openxmlformats.org/officeDocument/2006/relationships/slide" Target="slides/slide24.xml"/><Relationship Id="rId1" Type="http://schemas.openxmlformats.org/officeDocument/2006/relationships/slideMaster" Target="slideMasters/slideMaster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tableStyles" Target="tableStyles.xml"/><Relationship Id="rId5" Type="http://schemas.openxmlformats.org/officeDocument/2006/relationships/slideMaster" Target="slideMasters/slideMaster5.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4" Type="http://schemas.openxmlformats.org/officeDocument/2006/relationships/theme" Target="theme/theme1.xml"/><Relationship Id="rId4" Type="http://schemas.openxmlformats.org/officeDocument/2006/relationships/slideMaster" Target="slideMasters/slideMaster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viewProps" Target="viewProps.xml"/><Relationship Id="rId8" Type="http://schemas.openxmlformats.org/officeDocument/2006/relationships/slide" Target="slides/slide3.xml"/><Relationship Id="rId3" Type="http://schemas.openxmlformats.org/officeDocument/2006/relationships/slideMaster" Target="slideMasters/slideMaster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20" Type="http://schemas.openxmlformats.org/officeDocument/2006/relationships/slide" Target="slides/slide15.xml"/><Relationship Id="rId41" Type="http://schemas.openxmlformats.org/officeDocument/2006/relationships/slide" Target="slides/slide36.xml"/></Relationships>
</file>

<file path=ppt/drawings/_rels/vmlDrawing1.vml.rels><?xml version="1.0" encoding="UTF-8" standalone="yes"?>
<Relationships xmlns="http://schemas.openxmlformats.org/package/2006/relationships"><Relationship Id="rId3" Type="http://schemas.openxmlformats.org/officeDocument/2006/relationships/image" Target="../media/image18.wmf"/><Relationship Id="rId2" Type="http://schemas.openxmlformats.org/officeDocument/2006/relationships/image" Target="../media/image17.wmf"/><Relationship Id="rId1" Type="http://schemas.openxmlformats.org/officeDocument/2006/relationships/image" Target="../media/image16.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9.wmf"/></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hyperlink" Target="http://www.1ppt.com/moban/" TargetMode="Externa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2" Type="http://schemas.openxmlformats.org/officeDocument/2006/relationships/hyperlink" Target="http://www.1ppt.com/xiazai/" TargetMode="External"/><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5.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5096FA5-CC19-4A1D-975F-9C3C60184F48}"/>
              </a:ext>
            </a:extLst>
          </p:cNvPr>
          <p:cNvSpPr>
            <a:spLocks noGrp="1"/>
          </p:cNvSpPr>
          <p:nvPr>
            <p:ph type="ctrTitle"/>
          </p:nvPr>
        </p:nvSpPr>
        <p:spPr>
          <a:xfrm>
            <a:off x="1143000" y="1122363"/>
            <a:ext cx="6858000" cy="2387600"/>
          </a:xfrm>
        </p:spPr>
        <p:txBody>
          <a:bodyPr anchor="b"/>
          <a:lstStyle>
            <a:lvl1pPr algn="ctr">
              <a:defRPr sz="4500"/>
            </a:lvl1pPr>
          </a:lstStyle>
          <a:p>
            <a:r>
              <a:rPr lang="en-US" altLang="zh-CN"/>
              <a:t>Click to edit Master title style</a:t>
            </a:r>
            <a:endParaRPr lang="zh-CN" altLang="en-US"/>
          </a:p>
        </p:txBody>
      </p:sp>
      <p:sp>
        <p:nvSpPr>
          <p:cNvPr id="3" name="副标题 2">
            <a:extLst>
              <a:ext uri="{FF2B5EF4-FFF2-40B4-BE49-F238E27FC236}">
                <a16:creationId xmlns:a16="http://schemas.microsoft.com/office/drawing/2014/main" id="{C4585D49-6892-42A9-96E4-4E9DCC83D634}"/>
              </a:ext>
            </a:extLst>
          </p:cNvPr>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ltLang="zh-CN"/>
              <a:t>Click to edit Master subtitle style</a:t>
            </a:r>
            <a:endParaRPr lang="zh-CN" altLang="en-US"/>
          </a:p>
        </p:txBody>
      </p:sp>
      <p:sp>
        <p:nvSpPr>
          <p:cNvPr id="4" name="日期占位符 3">
            <a:extLst>
              <a:ext uri="{FF2B5EF4-FFF2-40B4-BE49-F238E27FC236}">
                <a16:creationId xmlns:a16="http://schemas.microsoft.com/office/drawing/2014/main" id="{7BFA906F-4D2E-4C24-AD88-BF2049504ABC}"/>
              </a:ext>
            </a:extLst>
          </p:cNvPr>
          <p:cNvSpPr>
            <a:spLocks noGrp="1"/>
          </p:cNvSpPr>
          <p:nvPr>
            <p:ph type="dt" sz="half" idx="10"/>
          </p:nvPr>
        </p:nvSpPr>
        <p:spPr/>
        <p:txBody>
          <a:bodyPr/>
          <a:lstStyle/>
          <a:p>
            <a:endParaRPr lang="en-US"/>
          </a:p>
        </p:txBody>
      </p:sp>
      <p:sp>
        <p:nvSpPr>
          <p:cNvPr id="5" name="页脚占位符 4">
            <a:extLst>
              <a:ext uri="{FF2B5EF4-FFF2-40B4-BE49-F238E27FC236}">
                <a16:creationId xmlns:a16="http://schemas.microsoft.com/office/drawing/2014/main" id="{B3CC508D-3C4D-42B6-9512-1C381856EDB9}"/>
              </a:ext>
            </a:extLst>
          </p:cNvPr>
          <p:cNvSpPr>
            <a:spLocks noGrp="1"/>
          </p:cNvSpPr>
          <p:nvPr>
            <p:ph type="ftr" sz="quarter" idx="11"/>
          </p:nvPr>
        </p:nvSpPr>
        <p:spPr/>
        <p:txBody>
          <a:bodyPr/>
          <a:lstStyle/>
          <a:p>
            <a:endParaRPr lang="en-US"/>
          </a:p>
        </p:txBody>
      </p:sp>
      <p:sp>
        <p:nvSpPr>
          <p:cNvPr id="6" name="灯片编号占位符 5">
            <a:extLst>
              <a:ext uri="{FF2B5EF4-FFF2-40B4-BE49-F238E27FC236}">
                <a16:creationId xmlns:a16="http://schemas.microsoft.com/office/drawing/2014/main" id="{417B43C4-C10F-40AD-8DEF-E0BFBD48AD64}"/>
              </a:ext>
            </a:extLst>
          </p:cNvPr>
          <p:cNvSpPr>
            <a:spLocks noGrp="1"/>
          </p:cNvSpPr>
          <p:nvPr>
            <p:ph type="sldNum" sz="quarter" idx="12"/>
          </p:nvPr>
        </p:nvSpPr>
        <p:spPr/>
        <p:txBody>
          <a:bodyPr/>
          <a:lstStyle/>
          <a:p>
            <a:fld id="{AA84576A-4CDE-4FF4-9A8E-8B86AF061A0D}" type="slidenum">
              <a:rPr lang="en-US" smtClean="0"/>
              <a:pPr/>
              <a:t>‹#›</a:t>
            </a:fld>
            <a:endParaRPr lang="en-US"/>
          </a:p>
        </p:txBody>
      </p:sp>
    </p:spTree>
    <p:extLst>
      <p:ext uri="{BB962C8B-B14F-4D97-AF65-F5344CB8AC3E}">
        <p14:creationId xmlns:p14="http://schemas.microsoft.com/office/powerpoint/2010/main" val="30169371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AD28AE2-C16D-47E4-8C56-77691DD024EC}"/>
              </a:ext>
            </a:extLst>
          </p:cNvPr>
          <p:cNvSpPr>
            <a:spLocks noGrp="1"/>
          </p:cNvSpPr>
          <p:nvPr>
            <p:ph type="title"/>
          </p:nvPr>
        </p:nvSpPr>
        <p:spPr/>
        <p:txBody>
          <a:bodyPr/>
          <a:lstStyle/>
          <a:p>
            <a:r>
              <a:rPr lang="en-US" altLang="zh-CN"/>
              <a:t>Click to edit Master title style</a:t>
            </a:r>
            <a:endParaRPr lang="zh-CN" altLang="en-US"/>
          </a:p>
        </p:txBody>
      </p:sp>
      <p:sp>
        <p:nvSpPr>
          <p:cNvPr id="3" name="内容占位符 2">
            <a:extLst>
              <a:ext uri="{FF2B5EF4-FFF2-40B4-BE49-F238E27FC236}">
                <a16:creationId xmlns:a16="http://schemas.microsoft.com/office/drawing/2014/main" id="{44A5F665-6091-4428-996D-741FF20DAB75}"/>
              </a:ext>
            </a:extLst>
          </p:cNvPr>
          <p:cNvSpPr>
            <a:spLocks noGrp="1"/>
          </p:cNvSpPr>
          <p:nvPr>
            <p:ph idx="1"/>
          </p:nvPr>
        </p:nvSpPr>
        <p:spPr/>
        <p:txBody>
          <a:bodyPr/>
          <a:lstStyle/>
          <a:p>
            <a:pPr lvl="0"/>
            <a:r>
              <a:rPr lang="en-US" altLang="zh-CN"/>
              <a:t>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4" name="日期占位符 3">
            <a:extLst>
              <a:ext uri="{FF2B5EF4-FFF2-40B4-BE49-F238E27FC236}">
                <a16:creationId xmlns:a16="http://schemas.microsoft.com/office/drawing/2014/main" id="{5E61C866-3CDC-4735-8DA1-4608331CC1A2}"/>
              </a:ext>
            </a:extLst>
          </p:cNvPr>
          <p:cNvSpPr>
            <a:spLocks noGrp="1"/>
          </p:cNvSpPr>
          <p:nvPr>
            <p:ph type="dt" sz="half" idx="10"/>
          </p:nvPr>
        </p:nvSpPr>
        <p:spPr/>
        <p:txBody>
          <a:bodyPr/>
          <a:lstStyle/>
          <a:p>
            <a:endParaRPr lang="en-US"/>
          </a:p>
        </p:txBody>
      </p:sp>
      <p:sp>
        <p:nvSpPr>
          <p:cNvPr id="5" name="页脚占位符 4">
            <a:extLst>
              <a:ext uri="{FF2B5EF4-FFF2-40B4-BE49-F238E27FC236}">
                <a16:creationId xmlns:a16="http://schemas.microsoft.com/office/drawing/2014/main" id="{19ECBBF0-F700-4674-BF83-E27779658245}"/>
              </a:ext>
            </a:extLst>
          </p:cNvPr>
          <p:cNvSpPr>
            <a:spLocks noGrp="1"/>
          </p:cNvSpPr>
          <p:nvPr>
            <p:ph type="ftr" sz="quarter" idx="11"/>
          </p:nvPr>
        </p:nvSpPr>
        <p:spPr/>
        <p:txBody>
          <a:bodyPr/>
          <a:lstStyle/>
          <a:p>
            <a:endParaRPr lang="en-US"/>
          </a:p>
        </p:txBody>
      </p:sp>
      <p:sp>
        <p:nvSpPr>
          <p:cNvPr id="6" name="灯片编号占位符 5">
            <a:extLst>
              <a:ext uri="{FF2B5EF4-FFF2-40B4-BE49-F238E27FC236}">
                <a16:creationId xmlns:a16="http://schemas.microsoft.com/office/drawing/2014/main" id="{17DE41FA-56C2-4653-ACDD-6398E6194123}"/>
              </a:ext>
            </a:extLst>
          </p:cNvPr>
          <p:cNvSpPr>
            <a:spLocks noGrp="1"/>
          </p:cNvSpPr>
          <p:nvPr>
            <p:ph type="sldNum" sz="quarter" idx="12"/>
          </p:nvPr>
        </p:nvSpPr>
        <p:spPr/>
        <p:txBody>
          <a:bodyPr/>
          <a:lstStyle/>
          <a:p>
            <a:fld id="{AA84576A-4CDE-4FF4-9A8E-8B86AF061A0D}" type="slidenum">
              <a:rPr lang="en-US" smtClean="0"/>
              <a:pPr/>
              <a:t>‹#›</a:t>
            </a:fld>
            <a:endParaRPr lang="en-US"/>
          </a:p>
        </p:txBody>
      </p:sp>
    </p:spTree>
    <p:extLst>
      <p:ext uri="{BB962C8B-B14F-4D97-AF65-F5344CB8AC3E}">
        <p14:creationId xmlns:p14="http://schemas.microsoft.com/office/powerpoint/2010/main" val="31178545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E2D6CD9-F207-403E-BEC7-F260543B8475}"/>
              </a:ext>
            </a:extLst>
          </p:cNvPr>
          <p:cNvSpPr>
            <a:spLocks noGrp="1"/>
          </p:cNvSpPr>
          <p:nvPr>
            <p:ph type="title"/>
          </p:nvPr>
        </p:nvSpPr>
        <p:spPr>
          <a:xfrm>
            <a:off x="623888" y="1709739"/>
            <a:ext cx="7886700" cy="2852737"/>
          </a:xfrm>
        </p:spPr>
        <p:txBody>
          <a:bodyPr anchor="b"/>
          <a:lstStyle>
            <a:lvl1pPr>
              <a:defRPr sz="4500"/>
            </a:lvl1pPr>
          </a:lstStyle>
          <a:p>
            <a:r>
              <a:rPr lang="en-US" altLang="zh-CN"/>
              <a:t>Click to edit Master title style</a:t>
            </a:r>
            <a:endParaRPr lang="zh-CN" altLang="en-US"/>
          </a:p>
        </p:txBody>
      </p:sp>
      <p:sp>
        <p:nvSpPr>
          <p:cNvPr id="3" name="文本占位符 2">
            <a:extLst>
              <a:ext uri="{FF2B5EF4-FFF2-40B4-BE49-F238E27FC236}">
                <a16:creationId xmlns:a16="http://schemas.microsoft.com/office/drawing/2014/main" id="{5D4A8411-26FB-4511-946D-771BB8228ACA}"/>
              </a:ext>
            </a:extLst>
          </p:cNvPr>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ltLang="zh-CN"/>
              <a:t>Edit Master text styles</a:t>
            </a:r>
          </a:p>
        </p:txBody>
      </p:sp>
      <p:sp>
        <p:nvSpPr>
          <p:cNvPr id="4" name="日期占位符 3">
            <a:extLst>
              <a:ext uri="{FF2B5EF4-FFF2-40B4-BE49-F238E27FC236}">
                <a16:creationId xmlns:a16="http://schemas.microsoft.com/office/drawing/2014/main" id="{5579061E-7921-4E84-9B06-C7D6F08ABC95}"/>
              </a:ext>
            </a:extLst>
          </p:cNvPr>
          <p:cNvSpPr>
            <a:spLocks noGrp="1"/>
          </p:cNvSpPr>
          <p:nvPr>
            <p:ph type="dt" sz="half" idx="10"/>
          </p:nvPr>
        </p:nvSpPr>
        <p:spPr/>
        <p:txBody>
          <a:bodyPr/>
          <a:lstStyle/>
          <a:p>
            <a:endParaRPr lang="en-US"/>
          </a:p>
        </p:txBody>
      </p:sp>
      <p:sp>
        <p:nvSpPr>
          <p:cNvPr id="5" name="页脚占位符 4">
            <a:extLst>
              <a:ext uri="{FF2B5EF4-FFF2-40B4-BE49-F238E27FC236}">
                <a16:creationId xmlns:a16="http://schemas.microsoft.com/office/drawing/2014/main" id="{AC8511F7-ADC3-4ACF-90C4-4CB8B5A28629}"/>
              </a:ext>
            </a:extLst>
          </p:cNvPr>
          <p:cNvSpPr>
            <a:spLocks noGrp="1"/>
          </p:cNvSpPr>
          <p:nvPr>
            <p:ph type="ftr" sz="quarter" idx="11"/>
          </p:nvPr>
        </p:nvSpPr>
        <p:spPr/>
        <p:txBody>
          <a:bodyPr/>
          <a:lstStyle/>
          <a:p>
            <a:endParaRPr lang="en-US"/>
          </a:p>
        </p:txBody>
      </p:sp>
      <p:sp>
        <p:nvSpPr>
          <p:cNvPr id="6" name="灯片编号占位符 5">
            <a:extLst>
              <a:ext uri="{FF2B5EF4-FFF2-40B4-BE49-F238E27FC236}">
                <a16:creationId xmlns:a16="http://schemas.microsoft.com/office/drawing/2014/main" id="{DA98A857-12AD-4042-A68B-FCF62773519B}"/>
              </a:ext>
            </a:extLst>
          </p:cNvPr>
          <p:cNvSpPr>
            <a:spLocks noGrp="1"/>
          </p:cNvSpPr>
          <p:nvPr>
            <p:ph type="sldNum" sz="quarter" idx="12"/>
          </p:nvPr>
        </p:nvSpPr>
        <p:spPr/>
        <p:txBody>
          <a:bodyPr/>
          <a:lstStyle/>
          <a:p>
            <a:fld id="{AA84576A-4CDE-4FF4-9A8E-8B86AF061A0D}" type="slidenum">
              <a:rPr lang="en-US" smtClean="0"/>
              <a:pPr/>
              <a:t>‹#›</a:t>
            </a:fld>
            <a:endParaRPr lang="en-US"/>
          </a:p>
        </p:txBody>
      </p:sp>
    </p:spTree>
    <p:extLst>
      <p:ext uri="{BB962C8B-B14F-4D97-AF65-F5344CB8AC3E}">
        <p14:creationId xmlns:p14="http://schemas.microsoft.com/office/powerpoint/2010/main" val="10476415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80E23EF-4807-406B-82A2-0F61D4AE17CC}"/>
              </a:ext>
            </a:extLst>
          </p:cNvPr>
          <p:cNvSpPr>
            <a:spLocks noGrp="1"/>
          </p:cNvSpPr>
          <p:nvPr>
            <p:ph type="title"/>
          </p:nvPr>
        </p:nvSpPr>
        <p:spPr/>
        <p:txBody>
          <a:bodyPr/>
          <a:lstStyle/>
          <a:p>
            <a:r>
              <a:rPr lang="en-US" altLang="zh-CN"/>
              <a:t>Click to edit Master title style</a:t>
            </a:r>
            <a:endParaRPr lang="zh-CN" altLang="en-US"/>
          </a:p>
        </p:txBody>
      </p:sp>
      <p:sp>
        <p:nvSpPr>
          <p:cNvPr id="3" name="内容占位符 2">
            <a:extLst>
              <a:ext uri="{FF2B5EF4-FFF2-40B4-BE49-F238E27FC236}">
                <a16:creationId xmlns:a16="http://schemas.microsoft.com/office/drawing/2014/main" id="{B1299011-E686-44C8-A4A0-934F538623E5}"/>
              </a:ext>
            </a:extLst>
          </p:cNvPr>
          <p:cNvSpPr>
            <a:spLocks noGrp="1"/>
          </p:cNvSpPr>
          <p:nvPr>
            <p:ph sz="half" idx="1"/>
          </p:nvPr>
        </p:nvSpPr>
        <p:spPr>
          <a:xfrm>
            <a:off x="628650" y="1825625"/>
            <a:ext cx="3886200" cy="4351338"/>
          </a:xfrm>
        </p:spPr>
        <p:txBody>
          <a:bodyPr/>
          <a:lstStyle/>
          <a:p>
            <a:pPr lvl="0"/>
            <a:r>
              <a:rPr lang="en-US" altLang="zh-CN"/>
              <a:t>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4" name="内容占位符 3">
            <a:extLst>
              <a:ext uri="{FF2B5EF4-FFF2-40B4-BE49-F238E27FC236}">
                <a16:creationId xmlns:a16="http://schemas.microsoft.com/office/drawing/2014/main" id="{DB95CA22-396D-458D-9396-0E698A502F53}"/>
              </a:ext>
            </a:extLst>
          </p:cNvPr>
          <p:cNvSpPr>
            <a:spLocks noGrp="1"/>
          </p:cNvSpPr>
          <p:nvPr>
            <p:ph sz="half" idx="2"/>
          </p:nvPr>
        </p:nvSpPr>
        <p:spPr>
          <a:xfrm>
            <a:off x="4629150" y="1825625"/>
            <a:ext cx="3886200" cy="4351338"/>
          </a:xfrm>
        </p:spPr>
        <p:txBody>
          <a:bodyPr/>
          <a:lstStyle/>
          <a:p>
            <a:pPr lvl="0"/>
            <a:r>
              <a:rPr lang="en-US" altLang="zh-CN"/>
              <a:t>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5" name="日期占位符 4">
            <a:extLst>
              <a:ext uri="{FF2B5EF4-FFF2-40B4-BE49-F238E27FC236}">
                <a16:creationId xmlns:a16="http://schemas.microsoft.com/office/drawing/2014/main" id="{78C47882-49BB-439F-BD48-E697509B933D}"/>
              </a:ext>
            </a:extLst>
          </p:cNvPr>
          <p:cNvSpPr>
            <a:spLocks noGrp="1"/>
          </p:cNvSpPr>
          <p:nvPr>
            <p:ph type="dt" sz="half" idx="10"/>
          </p:nvPr>
        </p:nvSpPr>
        <p:spPr/>
        <p:txBody>
          <a:bodyPr/>
          <a:lstStyle/>
          <a:p>
            <a:endParaRPr lang="en-US"/>
          </a:p>
        </p:txBody>
      </p:sp>
      <p:sp>
        <p:nvSpPr>
          <p:cNvPr id="6" name="页脚占位符 5">
            <a:extLst>
              <a:ext uri="{FF2B5EF4-FFF2-40B4-BE49-F238E27FC236}">
                <a16:creationId xmlns:a16="http://schemas.microsoft.com/office/drawing/2014/main" id="{97E6C4F3-FC67-411B-B41A-9AD13BA42100}"/>
              </a:ext>
            </a:extLst>
          </p:cNvPr>
          <p:cNvSpPr>
            <a:spLocks noGrp="1"/>
          </p:cNvSpPr>
          <p:nvPr>
            <p:ph type="ftr" sz="quarter" idx="11"/>
          </p:nvPr>
        </p:nvSpPr>
        <p:spPr/>
        <p:txBody>
          <a:bodyPr/>
          <a:lstStyle/>
          <a:p>
            <a:endParaRPr lang="en-US"/>
          </a:p>
        </p:txBody>
      </p:sp>
      <p:sp>
        <p:nvSpPr>
          <p:cNvPr id="7" name="灯片编号占位符 6">
            <a:extLst>
              <a:ext uri="{FF2B5EF4-FFF2-40B4-BE49-F238E27FC236}">
                <a16:creationId xmlns:a16="http://schemas.microsoft.com/office/drawing/2014/main" id="{E665DAC6-F4A4-47C7-8074-0F5B3F4A05E4}"/>
              </a:ext>
            </a:extLst>
          </p:cNvPr>
          <p:cNvSpPr>
            <a:spLocks noGrp="1"/>
          </p:cNvSpPr>
          <p:nvPr>
            <p:ph type="sldNum" sz="quarter" idx="12"/>
          </p:nvPr>
        </p:nvSpPr>
        <p:spPr/>
        <p:txBody>
          <a:bodyPr/>
          <a:lstStyle/>
          <a:p>
            <a:fld id="{AA84576A-4CDE-4FF4-9A8E-8B86AF061A0D}" type="slidenum">
              <a:rPr lang="en-US" smtClean="0"/>
              <a:pPr/>
              <a:t>‹#›</a:t>
            </a:fld>
            <a:endParaRPr lang="en-US"/>
          </a:p>
        </p:txBody>
      </p:sp>
    </p:spTree>
    <p:extLst>
      <p:ext uri="{BB962C8B-B14F-4D97-AF65-F5344CB8AC3E}">
        <p14:creationId xmlns:p14="http://schemas.microsoft.com/office/powerpoint/2010/main" val="21284263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5F99F7C-6E81-422B-AC70-351C7AB8DFAD}"/>
              </a:ext>
            </a:extLst>
          </p:cNvPr>
          <p:cNvSpPr>
            <a:spLocks noGrp="1"/>
          </p:cNvSpPr>
          <p:nvPr>
            <p:ph type="title"/>
          </p:nvPr>
        </p:nvSpPr>
        <p:spPr>
          <a:xfrm>
            <a:off x="629841" y="365126"/>
            <a:ext cx="7886700" cy="1325563"/>
          </a:xfrm>
        </p:spPr>
        <p:txBody>
          <a:bodyPr/>
          <a:lstStyle/>
          <a:p>
            <a:r>
              <a:rPr lang="en-US" altLang="zh-CN"/>
              <a:t>Click to edit Master title style</a:t>
            </a:r>
            <a:endParaRPr lang="zh-CN" altLang="en-US"/>
          </a:p>
        </p:txBody>
      </p:sp>
      <p:sp>
        <p:nvSpPr>
          <p:cNvPr id="3" name="文本占位符 2">
            <a:extLst>
              <a:ext uri="{FF2B5EF4-FFF2-40B4-BE49-F238E27FC236}">
                <a16:creationId xmlns:a16="http://schemas.microsoft.com/office/drawing/2014/main" id="{85315150-4B86-4DE5-A7F2-041E375763A3}"/>
              </a:ext>
            </a:extLst>
          </p:cNvPr>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ltLang="zh-CN"/>
              <a:t>Edit Master text styles</a:t>
            </a:r>
          </a:p>
        </p:txBody>
      </p:sp>
      <p:sp>
        <p:nvSpPr>
          <p:cNvPr id="4" name="内容占位符 3">
            <a:extLst>
              <a:ext uri="{FF2B5EF4-FFF2-40B4-BE49-F238E27FC236}">
                <a16:creationId xmlns:a16="http://schemas.microsoft.com/office/drawing/2014/main" id="{D37C1CCE-3072-4990-BBD3-C8A47AD47EA0}"/>
              </a:ext>
            </a:extLst>
          </p:cNvPr>
          <p:cNvSpPr>
            <a:spLocks noGrp="1"/>
          </p:cNvSpPr>
          <p:nvPr>
            <p:ph sz="half" idx="2"/>
          </p:nvPr>
        </p:nvSpPr>
        <p:spPr>
          <a:xfrm>
            <a:off x="629842" y="2505075"/>
            <a:ext cx="3868340" cy="3684588"/>
          </a:xfrm>
        </p:spPr>
        <p:txBody>
          <a:bodyPr/>
          <a:lstStyle/>
          <a:p>
            <a:pPr lvl="0"/>
            <a:r>
              <a:rPr lang="en-US" altLang="zh-CN"/>
              <a:t>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5" name="文本占位符 4">
            <a:extLst>
              <a:ext uri="{FF2B5EF4-FFF2-40B4-BE49-F238E27FC236}">
                <a16:creationId xmlns:a16="http://schemas.microsoft.com/office/drawing/2014/main" id="{24361FCB-7E14-463E-8983-0B6C02F1D489}"/>
              </a:ext>
            </a:extLst>
          </p:cNvPr>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ltLang="zh-CN"/>
              <a:t>Edit Master text styles</a:t>
            </a:r>
          </a:p>
        </p:txBody>
      </p:sp>
      <p:sp>
        <p:nvSpPr>
          <p:cNvPr id="6" name="内容占位符 5">
            <a:extLst>
              <a:ext uri="{FF2B5EF4-FFF2-40B4-BE49-F238E27FC236}">
                <a16:creationId xmlns:a16="http://schemas.microsoft.com/office/drawing/2014/main" id="{F49740DC-6F59-495C-9687-B784A422688F}"/>
              </a:ext>
            </a:extLst>
          </p:cNvPr>
          <p:cNvSpPr>
            <a:spLocks noGrp="1"/>
          </p:cNvSpPr>
          <p:nvPr>
            <p:ph sz="quarter" idx="4"/>
          </p:nvPr>
        </p:nvSpPr>
        <p:spPr>
          <a:xfrm>
            <a:off x="4629150" y="2505075"/>
            <a:ext cx="3887391" cy="3684588"/>
          </a:xfrm>
        </p:spPr>
        <p:txBody>
          <a:bodyPr/>
          <a:lstStyle/>
          <a:p>
            <a:pPr lvl="0"/>
            <a:r>
              <a:rPr lang="en-US" altLang="zh-CN"/>
              <a:t>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7" name="日期占位符 6">
            <a:extLst>
              <a:ext uri="{FF2B5EF4-FFF2-40B4-BE49-F238E27FC236}">
                <a16:creationId xmlns:a16="http://schemas.microsoft.com/office/drawing/2014/main" id="{CFE8D604-2605-4CC4-8C94-3C5D61E0E3A9}"/>
              </a:ext>
            </a:extLst>
          </p:cNvPr>
          <p:cNvSpPr>
            <a:spLocks noGrp="1"/>
          </p:cNvSpPr>
          <p:nvPr>
            <p:ph type="dt" sz="half" idx="10"/>
          </p:nvPr>
        </p:nvSpPr>
        <p:spPr/>
        <p:txBody>
          <a:bodyPr/>
          <a:lstStyle/>
          <a:p>
            <a:endParaRPr lang="en-US"/>
          </a:p>
        </p:txBody>
      </p:sp>
      <p:sp>
        <p:nvSpPr>
          <p:cNvPr id="8" name="页脚占位符 7">
            <a:extLst>
              <a:ext uri="{FF2B5EF4-FFF2-40B4-BE49-F238E27FC236}">
                <a16:creationId xmlns:a16="http://schemas.microsoft.com/office/drawing/2014/main" id="{707D037A-9E3B-4E04-B090-E82BF3847226}"/>
              </a:ext>
            </a:extLst>
          </p:cNvPr>
          <p:cNvSpPr>
            <a:spLocks noGrp="1"/>
          </p:cNvSpPr>
          <p:nvPr>
            <p:ph type="ftr" sz="quarter" idx="11"/>
          </p:nvPr>
        </p:nvSpPr>
        <p:spPr/>
        <p:txBody>
          <a:bodyPr/>
          <a:lstStyle/>
          <a:p>
            <a:endParaRPr lang="en-US"/>
          </a:p>
        </p:txBody>
      </p:sp>
      <p:sp>
        <p:nvSpPr>
          <p:cNvPr id="9" name="灯片编号占位符 8">
            <a:extLst>
              <a:ext uri="{FF2B5EF4-FFF2-40B4-BE49-F238E27FC236}">
                <a16:creationId xmlns:a16="http://schemas.microsoft.com/office/drawing/2014/main" id="{34416AFE-3D66-403E-9806-3D4DCA08C3DB}"/>
              </a:ext>
            </a:extLst>
          </p:cNvPr>
          <p:cNvSpPr>
            <a:spLocks noGrp="1"/>
          </p:cNvSpPr>
          <p:nvPr>
            <p:ph type="sldNum" sz="quarter" idx="12"/>
          </p:nvPr>
        </p:nvSpPr>
        <p:spPr/>
        <p:txBody>
          <a:bodyPr/>
          <a:lstStyle/>
          <a:p>
            <a:fld id="{AA84576A-4CDE-4FF4-9A8E-8B86AF061A0D}" type="slidenum">
              <a:rPr lang="en-US" smtClean="0"/>
              <a:pPr/>
              <a:t>‹#›</a:t>
            </a:fld>
            <a:endParaRPr lang="en-US"/>
          </a:p>
        </p:txBody>
      </p:sp>
    </p:spTree>
    <p:extLst>
      <p:ext uri="{BB962C8B-B14F-4D97-AF65-F5344CB8AC3E}">
        <p14:creationId xmlns:p14="http://schemas.microsoft.com/office/powerpoint/2010/main" val="37633977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1_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5F99F7C-6E81-422B-AC70-351C7AB8DFAD}"/>
              </a:ext>
            </a:extLst>
          </p:cNvPr>
          <p:cNvSpPr>
            <a:spLocks noGrp="1"/>
          </p:cNvSpPr>
          <p:nvPr>
            <p:ph type="title"/>
          </p:nvPr>
        </p:nvSpPr>
        <p:spPr>
          <a:xfrm>
            <a:off x="629841" y="365126"/>
            <a:ext cx="7886700" cy="1325563"/>
          </a:xfrm>
        </p:spPr>
        <p:txBody>
          <a:bodyPr/>
          <a:lstStyle/>
          <a:p>
            <a:r>
              <a:rPr lang="en-US" altLang="zh-CN"/>
              <a:t>Click to edit Master title style</a:t>
            </a:r>
            <a:endParaRPr lang="zh-CN" altLang="en-US"/>
          </a:p>
        </p:txBody>
      </p:sp>
      <p:sp>
        <p:nvSpPr>
          <p:cNvPr id="3" name="文本占位符 2">
            <a:extLst>
              <a:ext uri="{FF2B5EF4-FFF2-40B4-BE49-F238E27FC236}">
                <a16:creationId xmlns:a16="http://schemas.microsoft.com/office/drawing/2014/main" id="{85315150-4B86-4DE5-A7F2-041E375763A3}"/>
              </a:ext>
            </a:extLst>
          </p:cNvPr>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ltLang="zh-CN"/>
              <a:t>Edit Master text styles</a:t>
            </a:r>
          </a:p>
        </p:txBody>
      </p:sp>
      <p:sp>
        <p:nvSpPr>
          <p:cNvPr id="4" name="内容占位符 3">
            <a:extLst>
              <a:ext uri="{FF2B5EF4-FFF2-40B4-BE49-F238E27FC236}">
                <a16:creationId xmlns:a16="http://schemas.microsoft.com/office/drawing/2014/main" id="{D37C1CCE-3072-4990-BBD3-C8A47AD47EA0}"/>
              </a:ext>
            </a:extLst>
          </p:cNvPr>
          <p:cNvSpPr>
            <a:spLocks noGrp="1"/>
          </p:cNvSpPr>
          <p:nvPr>
            <p:ph sz="half" idx="2"/>
          </p:nvPr>
        </p:nvSpPr>
        <p:spPr>
          <a:xfrm>
            <a:off x="629842" y="2505075"/>
            <a:ext cx="3868340" cy="3684588"/>
          </a:xfrm>
        </p:spPr>
        <p:txBody>
          <a:bodyPr/>
          <a:lstStyle/>
          <a:p>
            <a:pPr lvl="0"/>
            <a:r>
              <a:rPr lang="en-US" altLang="zh-CN"/>
              <a:t>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5" name="文本占位符 4">
            <a:extLst>
              <a:ext uri="{FF2B5EF4-FFF2-40B4-BE49-F238E27FC236}">
                <a16:creationId xmlns:a16="http://schemas.microsoft.com/office/drawing/2014/main" id="{24361FCB-7E14-463E-8983-0B6C02F1D489}"/>
              </a:ext>
            </a:extLst>
          </p:cNvPr>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ltLang="zh-CN"/>
              <a:t>Edit Master text styles</a:t>
            </a:r>
          </a:p>
        </p:txBody>
      </p:sp>
      <p:sp>
        <p:nvSpPr>
          <p:cNvPr id="6" name="内容占位符 5">
            <a:extLst>
              <a:ext uri="{FF2B5EF4-FFF2-40B4-BE49-F238E27FC236}">
                <a16:creationId xmlns:a16="http://schemas.microsoft.com/office/drawing/2014/main" id="{F49740DC-6F59-495C-9687-B784A422688F}"/>
              </a:ext>
            </a:extLst>
          </p:cNvPr>
          <p:cNvSpPr>
            <a:spLocks noGrp="1"/>
          </p:cNvSpPr>
          <p:nvPr>
            <p:ph sz="quarter" idx="4"/>
          </p:nvPr>
        </p:nvSpPr>
        <p:spPr>
          <a:xfrm>
            <a:off x="4629150" y="2505075"/>
            <a:ext cx="3887391" cy="3684588"/>
          </a:xfrm>
        </p:spPr>
        <p:txBody>
          <a:bodyPr/>
          <a:lstStyle/>
          <a:p>
            <a:pPr lvl="0"/>
            <a:r>
              <a:rPr lang="en-US" altLang="zh-CN"/>
              <a:t>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7" name="日期占位符 6">
            <a:extLst>
              <a:ext uri="{FF2B5EF4-FFF2-40B4-BE49-F238E27FC236}">
                <a16:creationId xmlns:a16="http://schemas.microsoft.com/office/drawing/2014/main" id="{CFE8D604-2605-4CC4-8C94-3C5D61E0E3A9}"/>
              </a:ext>
            </a:extLst>
          </p:cNvPr>
          <p:cNvSpPr>
            <a:spLocks noGrp="1"/>
          </p:cNvSpPr>
          <p:nvPr>
            <p:ph type="dt" sz="half" idx="10"/>
          </p:nvPr>
        </p:nvSpPr>
        <p:spPr/>
        <p:txBody>
          <a:bodyPr/>
          <a:lstStyle/>
          <a:p>
            <a:endParaRPr lang="en-US"/>
          </a:p>
        </p:txBody>
      </p:sp>
      <p:sp>
        <p:nvSpPr>
          <p:cNvPr id="8" name="页脚占位符 7">
            <a:extLst>
              <a:ext uri="{FF2B5EF4-FFF2-40B4-BE49-F238E27FC236}">
                <a16:creationId xmlns:a16="http://schemas.microsoft.com/office/drawing/2014/main" id="{707D037A-9E3B-4E04-B090-E82BF3847226}"/>
              </a:ext>
            </a:extLst>
          </p:cNvPr>
          <p:cNvSpPr>
            <a:spLocks noGrp="1"/>
          </p:cNvSpPr>
          <p:nvPr>
            <p:ph type="ftr" sz="quarter" idx="11"/>
          </p:nvPr>
        </p:nvSpPr>
        <p:spPr/>
        <p:txBody>
          <a:bodyPr/>
          <a:lstStyle/>
          <a:p>
            <a:endParaRPr lang="en-US"/>
          </a:p>
        </p:txBody>
      </p:sp>
      <p:sp>
        <p:nvSpPr>
          <p:cNvPr id="9" name="灯片编号占位符 8">
            <a:extLst>
              <a:ext uri="{FF2B5EF4-FFF2-40B4-BE49-F238E27FC236}">
                <a16:creationId xmlns:a16="http://schemas.microsoft.com/office/drawing/2014/main" id="{34416AFE-3D66-403E-9806-3D4DCA08C3DB}"/>
              </a:ext>
            </a:extLst>
          </p:cNvPr>
          <p:cNvSpPr>
            <a:spLocks noGrp="1"/>
          </p:cNvSpPr>
          <p:nvPr>
            <p:ph type="sldNum" sz="quarter" idx="12"/>
          </p:nvPr>
        </p:nvSpPr>
        <p:spPr/>
        <p:txBody>
          <a:bodyPr/>
          <a:lstStyle/>
          <a:p>
            <a:fld id="{AA84576A-4CDE-4FF4-9A8E-8B86AF061A0D}" type="slidenum">
              <a:rPr lang="en-US" smtClean="0"/>
              <a:pPr/>
              <a:t>‹#›</a:t>
            </a:fld>
            <a:endParaRPr lang="en-US"/>
          </a:p>
        </p:txBody>
      </p:sp>
      <p:sp>
        <p:nvSpPr>
          <p:cNvPr id="11" name="TextBox 10"/>
          <p:cNvSpPr txBox="1"/>
          <p:nvPr/>
        </p:nvSpPr>
        <p:spPr>
          <a:xfrm>
            <a:off x="755704" y="6739570"/>
            <a:ext cx="1350150" cy="118430"/>
          </a:xfrm>
          <a:prstGeom prst="rect">
            <a:avLst/>
          </a:prstGeom>
          <a:noFill/>
        </p:spPr>
        <p:txBody>
          <a:bodyPr wrap="square" rtlCol="0">
            <a:spAutoFit/>
          </a:bodyPr>
          <a:lstStyle/>
          <a:p>
            <a:pPr marL="0" marR="0" lvl="0" indent="0" defTabSz="685800" eaLnBrk="1" fontAlgn="auto" latinLnBrk="0" hangingPunct="1">
              <a:lnSpc>
                <a:spcPct val="200000"/>
              </a:lnSpc>
              <a:spcBef>
                <a:spcPts val="0"/>
              </a:spcBef>
              <a:spcAft>
                <a:spcPts val="0"/>
              </a:spcAft>
              <a:buClrTx/>
              <a:buSzTx/>
              <a:buFontTx/>
              <a:buNone/>
              <a:tabLst/>
              <a:defRPr/>
            </a:pPr>
            <a:r>
              <a:rPr kumimoji="0" lang="en-US" altLang="zh-CN" sz="100" b="0" i="0" u="none" strike="noStrike" kern="0" cap="none" spc="0" normalizeH="0" baseline="0" noProof="0" dirty="0">
                <a:ln>
                  <a:noFill/>
                </a:ln>
                <a:solidFill>
                  <a:prstClr val="black"/>
                </a:solidFill>
                <a:effectLst/>
                <a:uLnTx/>
                <a:uFillTx/>
                <a:hlinkClick r:id="rId2"/>
              </a:rPr>
              <a:t>PPT</a:t>
            </a:r>
            <a:r>
              <a:rPr kumimoji="0" lang="zh-CN" altLang="en-US" sz="100" b="0" i="0" u="none" strike="noStrike" kern="0" cap="none" spc="0" normalizeH="0" baseline="0" noProof="0" dirty="0">
                <a:ln>
                  <a:noFill/>
                </a:ln>
                <a:solidFill>
                  <a:prstClr val="black"/>
                </a:solidFill>
                <a:effectLst/>
                <a:uLnTx/>
                <a:uFillTx/>
                <a:hlinkClick r:id="rId2"/>
              </a:rPr>
              <a:t>模板</a:t>
            </a:r>
            <a:r>
              <a:rPr kumimoji="0" lang="zh-CN" altLang="en-US" sz="100" b="0" i="0" u="none" strike="noStrike" kern="0" cap="none" spc="0" normalizeH="0" baseline="0" noProof="0" dirty="0">
                <a:ln>
                  <a:noFill/>
                </a:ln>
                <a:solidFill>
                  <a:prstClr val="black"/>
                </a:solidFill>
                <a:effectLst/>
                <a:uLnTx/>
                <a:uFillTx/>
              </a:rPr>
              <a:t> </a:t>
            </a:r>
            <a:r>
              <a:rPr kumimoji="0" lang="en-US" altLang="zh-CN" sz="100" b="0" i="0" u="none" strike="noStrike" kern="0" cap="none" spc="0" normalizeH="0" baseline="0" noProof="0" dirty="0">
                <a:ln>
                  <a:noFill/>
                </a:ln>
                <a:solidFill>
                  <a:prstClr val="black"/>
                </a:solidFill>
                <a:effectLst/>
                <a:uLnTx/>
                <a:uFillTx/>
              </a:rPr>
              <a:t>http://www.1ppt.com/moban/</a:t>
            </a:r>
            <a:r>
              <a:rPr kumimoji="0" lang="zh-CN" altLang="en-US" sz="100" b="0" i="0" u="none" strike="noStrike" kern="0" cap="none" spc="0" normalizeH="0" baseline="0" noProof="0" dirty="0">
                <a:ln>
                  <a:noFill/>
                </a:ln>
                <a:solidFill>
                  <a:prstClr val="black"/>
                </a:solidFill>
                <a:effectLst/>
                <a:uLnTx/>
                <a:uFillTx/>
              </a:rPr>
              <a:t> </a:t>
            </a:r>
            <a:endParaRPr kumimoji="0" lang="en-US" altLang="zh-CN" sz="100" b="0" i="0" u="none" strike="noStrike" kern="0" cap="none" spc="0" normalizeH="0" baseline="0" noProof="0" dirty="0">
              <a:ln>
                <a:noFill/>
              </a:ln>
              <a:solidFill>
                <a:prstClr val="black"/>
              </a:solidFill>
              <a:effectLst/>
              <a:uLnTx/>
              <a:uFillTx/>
            </a:endParaRPr>
          </a:p>
        </p:txBody>
      </p:sp>
    </p:spTree>
    <p:extLst>
      <p:ext uri="{BB962C8B-B14F-4D97-AF65-F5344CB8AC3E}">
        <p14:creationId xmlns:p14="http://schemas.microsoft.com/office/powerpoint/2010/main" val="18461695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16FD7F2-9CBC-41E4-A171-CB46B0724CE1}"/>
              </a:ext>
            </a:extLst>
          </p:cNvPr>
          <p:cNvSpPr>
            <a:spLocks noGrp="1"/>
          </p:cNvSpPr>
          <p:nvPr>
            <p:ph type="title"/>
          </p:nvPr>
        </p:nvSpPr>
        <p:spPr/>
        <p:txBody>
          <a:bodyPr/>
          <a:lstStyle/>
          <a:p>
            <a:r>
              <a:rPr lang="en-US" altLang="zh-CN"/>
              <a:t>Click to edit Master title style</a:t>
            </a:r>
            <a:endParaRPr lang="zh-CN" altLang="en-US"/>
          </a:p>
        </p:txBody>
      </p:sp>
      <p:sp>
        <p:nvSpPr>
          <p:cNvPr id="3" name="日期占位符 2">
            <a:extLst>
              <a:ext uri="{FF2B5EF4-FFF2-40B4-BE49-F238E27FC236}">
                <a16:creationId xmlns:a16="http://schemas.microsoft.com/office/drawing/2014/main" id="{2BAABFB6-5FE1-428C-AA6D-A7FB567EDFAC}"/>
              </a:ext>
            </a:extLst>
          </p:cNvPr>
          <p:cNvSpPr>
            <a:spLocks noGrp="1"/>
          </p:cNvSpPr>
          <p:nvPr>
            <p:ph type="dt" sz="half" idx="10"/>
          </p:nvPr>
        </p:nvSpPr>
        <p:spPr/>
        <p:txBody>
          <a:bodyPr/>
          <a:lstStyle/>
          <a:p>
            <a:endParaRPr lang="en-US"/>
          </a:p>
        </p:txBody>
      </p:sp>
      <p:sp>
        <p:nvSpPr>
          <p:cNvPr id="4" name="页脚占位符 3">
            <a:extLst>
              <a:ext uri="{FF2B5EF4-FFF2-40B4-BE49-F238E27FC236}">
                <a16:creationId xmlns:a16="http://schemas.microsoft.com/office/drawing/2014/main" id="{5AF473EC-8ACD-4F77-A08E-DFFE64961511}"/>
              </a:ext>
            </a:extLst>
          </p:cNvPr>
          <p:cNvSpPr>
            <a:spLocks noGrp="1"/>
          </p:cNvSpPr>
          <p:nvPr>
            <p:ph type="ftr" sz="quarter" idx="11"/>
          </p:nvPr>
        </p:nvSpPr>
        <p:spPr/>
        <p:txBody>
          <a:bodyPr/>
          <a:lstStyle/>
          <a:p>
            <a:endParaRPr lang="en-US"/>
          </a:p>
        </p:txBody>
      </p:sp>
      <p:sp>
        <p:nvSpPr>
          <p:cNvPr id="5" name="灯片编号占位符 4">
            <a:extLst>
              <a:ext uri="{FF2B5EF4-FFF2-40B4-BE49-F238E27FC236}">
                <a16:creationId xmlns:a16="http://schemas.microsoft.com/office/drawing/2014/main" id="{7E6DFFBE-8611-449D-8EA0-7C0E813837C8}"/>
              </a:ext>
            </a:extLst>
          </p:cNvPr>
          <p:cNvSpPr>
            <a:spLocks noGrp="1"/>
          </p:cNvSpPr>
          <p:nvPr>
            <p:ph type="sldNum" sz="quarter" idx="12"/>
          </p:nvPr>
        </p:nvSpPr>
        <p:spPr/>
        <p:txBody>
          <a:bodyPr/>
          <a:lstStyle/>
          <a:p>
            <a:fld id="{AA84576A-4CDE-4FF4-9A8E-8B86AF061A0D}" type="slidenum">
              <a:rPr lang="en-US" smtClean="0"/>
              <a:pPr/>
              <a:t>‹#›</a:t>
            </a:fld>
            <a:endParaRPr lang="en-US"/>
          </a:p>
        </p:txBody>
      </p:sp>
    </p:spTree>
    <p:extLst>
      <p:ext uri="{BB962C8B-B14F-4D97-AF65-F5344CB8AC3E}">
        <p14:creationId xmlns:p14="http://schemas.microsoft.com/office/powerpoint/2010/main" val="10065642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677AD428-ACC5-4823-866C-3E00BF3755D7}"/>
              </a:ext>
            </a:extLst>
          </p:cNvPr>
          <p:cNvSpPr>
            <a:spLocks noGrp="1"/>
          </p:cNvSpPr>
          <p:nvPr>
            <p:ph type="dt" sz="half" idx="10"/>
          </p:nvPr>
        </p:nvSpPr>
        <p:spPr/>
        <p:txBody>
          <a:bodyPr/>
          <a:lstStyle/>
          <a:p>
            <a:endParaRPr lang="en-US"/>
          </a:p>
        </p:txBody>
      </p:sp>
      <p:sp>
        <p:nvSpPr>
          <p:cNvPr id="3" name="页脚占位符 2">
            <a:extLst>
              <a:ext uri="{FF2B5EF4-FFF2-40B4-BE49-F238E27FC236}">
                <a16:creationId xmlns:a16="http://schemas.microsoft.com/office/drawing/2014/main" id="{7209DC0F-4A5C-4267-A715-092469EA9E22}"/>
              </a:ext>
            </a:extLst>
          </p:cNvPr>
          <p:cNvSpPr>
            <a:spLocks noGrp="1"/>
          </p:cNvSpPr>
          <p:nvPr>
            <p:ph type="ftr" sz="quarter" idx="11"/>
          </p:nvPr>
        </p:nvSpPr>
        <p:spPr/>
        <p:txBody>
          <a:bodyPr/>
          <a:lstStyle/>
          <a:p>
            <a:endParaRPr lang="en-US"/>
          </a:p>
        </p:txBody>
      </p:sp>
      <p:sp>
        <p:nvSpPr>
          <p:cNvPr id="4" name="灯片编号占位符 3">
            <a:extLst>
              <a:ext uri="{FF2B5EF4-FFF2-40B4-BE49-F238E27FC236}">
                <a16:creationId xmlns:a16="http://schemas.microsoft.com/office/drawing/2014/main" id="{6F6D1762-E608-425B-AF53-C531C40A6442}"/>
              </a:ext>
            </a:extLst>
          </p:cNvPr>
          <p:cNvSpPr>
            <a:spLocks noGrp="1"/>
          </p:cNvSpPr>
          <p:nvPr>
            <p:ph type="sldNum" sz="quarter" idx="12"/>
          </p:nvPr>
        </p:nvSpPr>
        <p:spPr/>
        <p:txBody>
          <a:bodyPr/>
          <a:lstStyle/>
          <a:p>
            <a:fld id="{AA84576A-4CDE-4FF4-9A8E-8B86AF061A0D}" type="slidenum">
              <a:rPr lang="en-US" smtClean="0"/>
              <a:pPr/>
              <a:t>‹#›</a:t>
            </a:fld>
            <a:endParaRPr lang="en-US"/>
          </a:p>
        </p:txBody>
      </p:sp>
      <p:pic>
        <p:nvPicPr>
          <p:cNvPr id="5" name="图片 4">
            <a:extLst>
              <a:ext uri="{FF2B5EF4-FFF2-40B4-BE49-F238E27FC236}">
                <a16:creationId xmlns:a16="http://schemas.microsoft.com/office/drawing/2014/main" id="{9FD6C471-8F60-40CD-967C-1CE8381D52D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5051" y="224156"/>
            <a:ext cx="8533898" cy="6409688"/>
          </a:xfrm>
          <a:prstGeom prst="rect">
            <a:avLst/>
          </a:prstGeom>
        </p:spPr>
      </p:pic>
    </p:spTree>
    <p:extLst>
      <p:ext uri="{BB962C8B-B14F-4D97-AF65-F5344CB8AC3E}">
        <p14:creationId xmlns:p14="http://schemas.microsoft.com/office/powerpoint/2010/main" val="31877987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15ABFC5-C7B7-4155-9688-F61B4CF0961A}"/>
              </a:ext>
            </a:extLst>
          </p:cNvPr>
          <p:cNvSpPr>
            <a:spLocks noGrp="1"/>
          </p:cNvSpPr>
          <p:nvPr>
            <p:ph type="title"/>
          </p:nvPr>
        </p:nvSpPr>
        <p:spPr>
          <a:xfrm>
            <a:off x="629841" y="457200"/>
            <a:ext cx="2949178" cy="1600200"/>
          </a:xfrm>
        </p:spPr>
        <p:txBody>
          <a:bodyPr anchor="b"/>
          <a:lstStyle>
            <a:lvl1pPr>
              <a:defRPr sz="2400"/>
            </a:lvl1pPr>
          </a:lstStyle>
          <a:p>
            <a:r>
              <a:rPr lang="en-US" altLang="zh-CN"/>
              <a:t>Click to edit Master title style</a:t>
            </a:r>
            <a:endParaRPr lang="zh-CN" altLang="en-US"/>
          </a:p>
        </p:txBody>
      </p:sp>
      <p:sp>
        <p:nvSpPr>
          <p:cNvPr id="3" name="内容占位符 2">
            <a:extLst>
              <a:ext uri="{FF2B5EF4-FFF2-40B4-BE49-F238E27FC236}">
                <a16:creationId xmlns:a16="http://schemas.microsoft.com/office/drawing/2014/main" id="{74822F01-1571-4B5B-8750-DA734952F343}"/>
              </a:ext>
            </a:extLst>
          </p:cNvPr>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ltLang="zh-CN"/>
              <a:t>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4" name="文本占位符 3">
            <a:extLst>
              <a:ext uri="{FF2B5EF4-FFF2-40B4-BE49-F238E27FC236}">
                <a16:creationId xmlns:a16="http://schemas.microsoft.com/office/drawing/2014/main" id="{C6CD6F24-A755-4BD3-85D1-969E6566C112}"/>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ltLang="zh-CN"/>
              <a:t>Edit Master text styles</a:t>
            </a:r>
          </a:p>
        </p:txBody>
      </p:sp>
      <p:sp>
        <p:nvSpPr>
          <p:cNvPr id="5" name="日期占位符 4">
            <a:extLst>
              <a:ext uri="{FF2B5EF4-FFF2-40B4-BE49-F238E27FC236}">
                <a16:creationId xmlns:a16="http://schemas.microsoft.com/office/drawing/2014/main" id="{8C657C25-0CF7-45E1-B75A-71D9AE518C92}"/>
              </a:ext>
            </a:extLst>
          </p:cNvPr>
          <p:cNvSpPr>
            <a:spLocks noGrp="1"/>
          </p:cNvSpPr>
          <p:nvPr>
            <p:ph type="dt" sz="half" idx="10"/>
          </p:nvPr>
        </p:nvSpPr>
        <p:spPr/>
        <p:txBody>
          <a:bodyPr/>
          <a:lstStyle/>
          <a:p>
            <a:endParaRPr lang="en-US"/>
          </a:p>
        </p:txBody>
      </p:sp>
      <p:sp>
        <p:nvSpPr>
          <p:cNvPr id="6" name="页脚占位符 5">
            <a:extLst>
              <a:ext uri="{FF2B5EF4-FFF2-40B4-BE49-F238E27FC236}">
                <a16:creationId xmlns:a16="http://schemas.microsoft.com/office/drawing/2014/main" id="{9302CDF1-DCA4-47FF-9019-BDA767C31DD1}"/>
              </a:ext>
            </a:extLst>
          </p:cNvPr>
          <p:cNvSpPr>
            <a:spLocks noGrp="1"/>
          </p:cNvSpPr>
          <p:nvPr>
            <p:ph type="ftr" sz="quarter" idx="11"/>
          </p:nvPr>
        </p:nvSpPr>
        <p:spPr/>
        <p:txBody>
          <a:bodyPr/>
          <a:lstStyle/>
          <a:p>
            <a:endParaRPr lang="en-US"/>
          </a:p>
        </p:txBody>
      </p:sp>
      <p:sp>
        <p:nvSpPr>
          <p:cNvPr id="7" name="灯片编号占位符 6">
            <a:extLst>
              <a:ext uri="{FF2B5EF4-FFF2-40B4-BE49-F238E27FC236}">
                <a16:creationId xmlns:a16="http://schemas.microsoft.com/office/drawing/2014/main" id="{6F3D76BC-E7CE-43F1-8BE2-E4EFD1836CEC}"/>
              </a:ext>
            </a:extLst>
          </p:cNvPr>
          <p:cNvSpPr>
            <a:spLocks noGrp="1"/>
          </p:cNvSpPr>
          <p:nvPr>
            <p:ph type="sldNum" sz="quarter" idx="12"/>
          </p:nvPr>
        </p:nvSpPr>
        <p:spPr/>
        <p:txBody>
          <a:bodyPr/>
          <a:lstStyle/>
          <a:p>
            <a:fld id="{AA84576A-4CDE-4FF4-9A8E-8B86AF061A0D}" type="slidenum">
              <a:rPr lang="en-US" smtClean="0"/>
              <a:pPr/>
              <a:t>‹#›</a:t>
            </a:fld>
            <a:endParaRPr lang="en-US"/>
          </a:p>
        </p:txBody>
      </p:sp>
    </p:spTree>
    <p:extLst>
      <p:ext uri="{BB962C8B-B14F-4D97-AF65-F5344CB8AC3E}">
        <p14:creationId xmlns:p14="http://schemas.microsoft.com/office/powerpoint/2010/main" val="287383948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4F6DE32-3070-40D6-8904-561480CFC3AE}"/>
              </a:ext>
            </a:extLst>
          </p:cNvPr>
          <p:cNvSpPr>
            <a:spLocks noGrp="1"/>
          </p:cNvSpPr>
          <p:nvPr>
            <p:ph type="title"/>
          </p:nvPr>
        </p:nvSpPr>
        <p:spPr>
          <a:xfrm>
            <a:off x="629841" y="457200"/>
            <a:ext cx="2949178" cy="1600200"/>
          </a:xfrm>
        </p:spPr>
        <p:txBody>
          <a:bodyPr anchor="b"/>
          <a:lstStyle>
            <a:lvl1pPr>
              <a:defRPr sz="2400"/>
            </a:lvl1pPr>
          </a:lstStyle>
          <a:p>
            <a:r>
              <a:rPr lang="en-US" altLang="zh-CN"/>
              <a:t>Click to edit Master title style</a:t>
            </a:r>
            <a:endParaRPr lang="zh-CN" altLang="en-US"/>
          </a:p>
        </p:txBody>
      </p:sp>
      <p:sp>
        <p:nvSpPr>
          <p:cNvPr id="3" name="图片占位符 2">
            <a:extLst>
              <a:ext uri="{FF2B5EF4-FFF2-40B4-BE49-F238E27FC236}">
                <a16:creationId xmlns:a16="http://schemas.microsoft.com/office/drawing/2014/main" id="{CFA311EC-ADB0-4C87-B7A1-CB4B932FC691}"/>
              </a:ext>
            </a:extLst>
          </p:cNvPr>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ltLang="zh-CN"/>
              <a:t>Click icon to add picture</a:t>
            </a:r>
            <a:endParaRPr lang="zh-CN" altLang="en-US"/>
          </a:p>
        </p:txBody>
      </p:sp>
      <p:sp>
        <p:nvSpPr>
          <p:cNvPr id="4" name="文本占位符 3">
            <a:extLst>
              <a:ext uri="{FF2B5EF4-FFF2-40B4-BE49-F238E27FC236}">
                <a16:creationId xmlns:a16="http://schemas.microsoft.com/office/drawing/2014/main" id="{7A40CE91-BB1D-4A35-9637-F7624A7D5310}"/>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ltLang="zh-CN"/>
              <a:t>Edit Master text styles</a:t>
            </a:r>
          </a:p>
        </p:txBody>
      </p:sp>
      <p:sp>
        <p:nvSpPr>
          <p:cNvPr id="5" name="日期占位符 4">
            <a:extLst>
              <a:ext uri="{FF2B5EF4-FFF2-40B4-BE49-F238E27FC236}">
                <a16:creationId xmlns:a16="http://schemas.microsoft.com/office/drawing/2014/main" id="{56A55790-D8F7-47A7-BA4F-B0F025044766}"/>
              </a:ext>
            </a:extLst>
          </p:cNvPr>
          <p:cNvSpPr>
            <a:spLocks noGrp="1"/>
          </p:cNvSpPr>
          <p:nvPr>
            <p:ph type="dt" sz="half" idx="10"/>
          </p:nvPr>
        </p:nvSpPr>
        <p:spPr/>
        <p:txBody>
          <a:bodyPr/>
          <a:lstStyle/>
          <a:p>
            <a:endParaRPr lang="en-US"/>
          </a:p>
        </p:txBody>
      </p:sp>
      <p:sp>
        <p:nvSpPr>
          <p:cNvPr id="6" name="页脚占位符 5">
            <a:extLst>
              <a:ext uri="{FF2B5EF4-FFF2-40B4-BE49-F238E27FC236}">
                <a16:creationId xmlns:a16="http://schemas.microsoft.com/office/drawing/2014/main" id="{DB615661-79B9-498F-8504-764E3137AAE1}"/>
              </a:ext>
            </a:extLst>
          </p:cNvPr>
          <p:cNvSpPr>
            <a:spLocks noGrp="1"/>
          </p:cNvSpPr>
          <p:nvPr>
            <p:ph type="ftr" sz="quarter" idx="11"/>
          </p:nvPr>
        </p:nvSpPr>
        <p:spPr/>
        <p:txBody>
          <a:bodyPr/>
          <a:lstStyle/>
          <a:p>
            <a:endParaRPr lang="en-US"/>
          </a:p>
        </p:txBody>
      </p:sp>
      <p:sp>
        <p:nvSpPr>
          <p:cNvPr id="7" name="灯片编号占位符 6">
            <a:extLst>
              <a:ext uri="{FF2B5EF4-FFF2-40B4-BE49-F238E27FC236}">
                <a16:creationId xmlns:a16="http://schemas.microsoft.com/office/drawing/2014/main" id="{E6C31298-5049-4C08-9DCA-5EBD97B92270}"/>
              </a:ext>
            </a:extLst>
          </p:cNvPr>
          <p:cNvSpPr>
            <a:spLocks noGrp="1"/>
          </p:cNvSpPr>
          <p:nvPr>
            <p:ph type="sldNum" sz="quarter" idx="12"/>
          </p:nvPr>
        </p:nvSpPr>
        <p:spPr/>
        <p:txBody>
          <a:bodyPr/>
          <a:lstStyle/>
          <a:p>
            <a:fld id="{AA84576A-4CDE-4FF4-9A8E-8B86AF061A0D}" type="slidenum">
              <a:rPr lang="en-US" smtClean="0"/>
              <a:pPr/>
              <a:t>‹#›</a:t>
            </a:fld>
            <a:endParaRPr lang="en-US"/>
          </a:p>
        </p:txBody>
      </p:sp>
    </p:spTree>
    <p:extLst>
      <p:ext uri="{BB962C8B-B14F-4D97-AF65-F5344CB8AC3E}">
        <p14:creationId xmlns:p14="http://schemas.microsoft.com/office/powerpoint/2010/main" val="47171512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C57A24C-5F3A-4B65-8D7F-2C8808F5892E}"/>
              </a:ext>
            </a:extLst>
          </p:cNvPr>
          <p:cNvSpPr>
            <a:spLocks noGrp="1"/>
          </p:cNvSpPr>
          <p:nvPr>
            <p:ph type="title"/>
          </p:nvPr>
        </p:nvSpPr>
        <p:spPr/>
        <p:txBody>
          <a:bodyPr/>
          <a:lstStyle/>
          <a:p>
            <a:r>
              <a:rPr lang="en-US" altLang="zh-CN"/>
              <a:t>Click to edit Master title style</a:t>
            </a:r>
            <a:endParaRPr lang="zh-CN" altLang="en-US"/>
          </a:p>
        </p:txBody>
      </p:sp>
      <p:sp>
        <p:nvSpPr>
          <p:cNvPr id="3" name="竖排文字占位符 2">
            <a:extLst>
              <a:ext uri="{FF2B5EF4-FFF2-40B4-BE49-F238E27FC236}">
                <a16:creationId xmlns:a16="http://schemas.microsoft.com/office/drawing/2014/main" id="{242F9F58-1CA6-46E0-A0F9-FB7CE31DE265}"/>
              </a:ext>
            </a:extLst>
          </p:cNvPr>
          <p:cNvSpPr>
            <a:spLocks noGrp="1"/>
          </p:cNvSpPr>
          <p:nvPr>
            <p:ph type="body" orient="vert" idx="1"/>
          </p:nvPr>
        </p:nvSpPr>
        <p:spPr/>
        <p:txBody>
          <a:bodyPr vert="eaVert"/>
          <a:lstStyle/>
          <a:p>
            <a:pPr lvl="0"/>
            <a:r>
              <a:rPr lang="en-US" altLang="zh-CN"/>
              <a:t>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4" name="日期占位符 3">
            <a:extLst>
              <a:ext uri="{FF2B5EF4-FFF2-40B4-BE49-F238E27FC236}">
                <a16:creationId xmlns:a16="http://schemas.microsoft.com/office/drawing/2014/main" id="{04B00463-8189-41EF-BA80-A9B1E40DF5DA}"/>
              </a:ext>
            </a:extLst>
          </p:cNvPr>
          <p:cNvSpPr>
            <a:spLocks noGrp="1"/>
          </p:cNvSpPr>
          <p:nvPr>
            <p:ph type="dt" sz="half" idx="10"/>
          </p:nvPr>
        </p:nvSpPr>
        <p:spPr/>
        <p:txBody>
          <a:bodyPr/>
          <a:lstStyle/>
          <a:p>
            <a:endParaRPr lang="en-US"/>
          </a:p>
        </p:txBody>
      </p:sp>
      <p:sp>
        <p:nvSpPr>
          <p:cNvPr id="5" name="页脚占位符 4">
            <a:extLst>
              <a:ext uri="{FF2B5EF4-FFF2-40B4-BE49-F238E27FC236}">
                <a16:creationId xmlns:a16="http://schemas.microsoft.com/office/drawing/2014/main" id="{327B361D-14D7-4848-AD40-711CDB98EDD2}"/>
              </a:ext>
            </a:extLst>
          </p:cNvPr>
          <p:cNvSpPr>
            <a:spLocks noGrp="1"/>
          </p:cNvSpPr>
          <p:nvPr>
            <p:ph type="ftr" sz="quarter" idx="11"/>
          </p:nvPr>
        </p:nvSpPr>
        <p:spPr/>
        <p:txBody>
          <a:bodyPr/>
          <a:lstStyle/>
          <a:p>
            <a:endParaRPr lang="en-US"/>
          </a:p>
        </p:txBody>
      </p:sp>
      <p:sp>
        <p:nvSpPr>
          <p:cNvPr id="6" name="灯片编号占位符 5">
            <a:extLst>
              <a:ext uri="{FF2B5EF4-FFF2-40B4-BE49-F238E27FC236}">
                <a16:creationId xmlns:a16="http://schemas.microsoft.com/office/drawing/2014/main" id="{012E7A9F-5FE5-4C07-A0FB-B04E27D9FE2A}"/>
              </a:ext>
            </a:extLst>
          </p:cNvPr>
          <p:cNvSpPr>
            <a:spLocks noGrp="1"/>
          </p:cNvSpPr>
          <p:nvPr>
            <p:ph type="sldNum" sz="quarter" idx="12"/>
          </p:nvPr>
        </p:nvSpPr>
        <p:spPr/>
        <p:txBody>
          <a:bodyPr/>
          <a:lstStyle/>
          <a:p>
            <a:fld id="{AA84576A-4CDE-4FF4-9A8E-8B86AF061A0D}" type="slidenum">
              <a:rPr lang="en-US" smtClean="0"/>
              <a:pPr/>
              <a:t>‹#›</a:t>
            </a:fld>
            <a:endParaRPr lang="en-US"/>
          </a:p>
        </p:txBody>
      </p:sp>
    </p:spTree>
    <p:extLst>
      <p:ext uri="{BB962C8B-B14F-4D97-AF65-F5344CB8AC3E}">
        <p14:creationId xmlns:p14="http://schemas.microsoft.com/office/powerpoint/2010/main" val="11157941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C1AF84B5-2E4F-451B-8417-C35AA94A359E}"/>
              </a:ext>
            </a:extLst>
          </p:cNvPr>
          <p:cNvSpPr>
            <a:spLocks noGrp="1"/>
          </p:cNvSpPr>
          <p:nvPr>
            <p:ph type="title" orient="vert"/>
          </p:nvPr>
        </p:nvSpPr>
        <p:spPr>
          <a:xfrm>
            <a:off x="6543675" y="365125"/>
            <a:ext cx="1971675" cy="5811838"/>
          </a:xfrm>
        </p:spPr>
        <p:txBody>
          <a:bodyPr vert="eaVert"/>
          <a:lstStyle/>
          <a:p>
            <a:r>
              <a:rPr lang="en-US" altLang="zh-CN"/>
              <a:t>Click to edit Master title style</a:t>
            </a:r>
            <a:endParaRPr lang="zh-CN" altLang="en-US"/>
          </a:p>
        </p:txBody>
      </p:sp>
      <p:sp>
        <p:nvSpPr>
          <p:cNvPr id="3" name="竖排文字占位符 2">
            <a:extLst>
              <a:ext uri="{FF2B5EF4-FFF2-40B4-BE49-F238E27FC236}">
                <a16:creationId xmlns:a16="http://schemas.microsoft.com/office/drawing/2014/main" id="{1A6E6434-CE77-4259-A8EC-1CF812DBFD63}"/>
              </a:ext>
            </a:extLst>
          </p:cNvPr>
          <p:cNvSpPr>
            <a:spLocks noGrp="1"/>
          </p:cNvSpPr>
          <p:nvPr>
            <p:ph type="body" orient="vert" idx="1"/>
          </p:nvPr>
        </p:nvSpPr>
        <p:spPr>
          <a:xfrm>
            <a:off x="628650" y="365125"/>
            <a:ext cx="5800725" cy="5811838"/>
          </a:xfrm>
        </p:spPr>
        <p:txBody>
          <a:bodyPr vert="eaVert"/>
          <a:lstStyle/>
          <a:p>
            <a:pPr lvl="0"/>
            <a:r>
              <a:rPr lang="en-US" altLang="zh-CN"/>
              <a:t>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4" name="日期占位符 3">
            <a:extLst>
              <a:ext uri="{FF2B5EF4-FFF2-40B4-BE49-F238E27FC236}">
                <a16:creationId xmlns:a16="http://schemas.microsoft.com/office/drawing/2014/main" id="{D0AAE6A1-BA09-436C-9805-199E300C02C5}"/>
              </a:ext>
            </a:extLst>
          </p:cNvPr>
          <p:cNvSpPr>
            <a:spLocks noGrp="1"/>
          </p:cNvSpPr>
          <p:nvPr>
            <p:ph type="dt" sz="half" idx="10"/>
          </p:nvPr>
        </p:nvSpPr>
        <p:spPr/>
        <p:txBody>
          <a:bodyPr/>
          <a:lstStyle/>
          <a:p>
            <a:endParaRPr lang="en-US"/>
          </a:p>
        </p:txBody>
      </p:sp>
      <p:sp>
        <p:nvSpPr>
          <p:cNvPr id="5" name="页脚占位符 4">
            <a:extLst>
              <a:ext uri="{FF2B5EF4-FFF2-40B4-BE49-F238E27FC236}">
                <a16:creationId xmlns:a16="http://schemas.microsoft.com/office/drawing/2014/main" id="{A6458A96-D4CC-4319-98C3-807FD6E7B49D}"/>
              </a:ext>
            </a:extLst>
          </p:cNvPr>
          <p:cNvSpPr>
            <a:spLocks noGrp="1"/>
          </p:cNvSpPr>
          <p:nvPr>
            <p:ph type="ftr" sz="quarter" idx="11"/>
          </p:nvPr>
        </p:nvSpPr>
        <p:spPr/>
        <p:txBody>
          <a:bodyPr/>
          <a:lstStyle/>
          <a:p>
            <a:endParaRPr lang="en-US"/>
          </a:p>
        </p:txBody>
      </p:sp>
      <p:sp>
        <p:nvSpPr>
          <p:cNvPr id="6" name="灯片编号占位符 5">
            <a:extLst>
              <a:ext uri="{FF2B5EF4-FFF2-40B4-BE49-F238E27FC236}">
                <a16:creationId xmlns:a16="http://schemas.microsoft.com/office/drawing/2014/main" id="{C7B706E4-13C9-4B8E-B3E0-1FD4A78C69AB}"/>
              </a:ext>
            </a:extLst>
          </p:cNvPr>
          <p:cNvSpPr>
            <a:spLocks noGrp="1"/>
          </p:cNvSpPr>
          <p:nvPr>
            <p:ph type="sldNum" sz="quarter" idx="12"/>
          </p:nvPr>
        </p:nvSpPr>
        <p:spPr/>
        <p:txBody>
          <a:bodyPr/>
          <a:lstStyle/>
          <a:p>
            <a:fld id="{AA84576A-4CDE-4FF4-9A8E-8B86AF061A0D}" type="slidenum">
              <a:rPr lang="en-US" smtClean="0"/>
              <a:pPr/>
              <a:t>‹#›</a:t>
            </a:fld>
            <a:endParaRPr lang="en-US"/>
          </a:p>
        </p:txBody>
      </p:sp>
    </p:spTree>
    <p:extLst>
      <p:ext uri="{BB962C8B-B14F-4D97-AF65-F5344CB8AC3E}">
        <p14:creationId xmlns:p14="http://schemas.microsoft.com/office/powerpoint/2010/main" val="141391565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bl">
  <p:cSld name="タイトルと表">
    <p:spTree>
      <p:nvGrpSpPr>
        <p:cNvPr id="1" name=""/>
        <p:cNvGrpSpPr/>
        <p:nvPr/>
      </p:nvGrpSpPr>
      <p:grpSpPr>
        <a:xfrm>
          <a:off x="0" y="0"/>
          <a:ext cx="0" cy="0"/>
          <a:chOff x="0" y="0"/>
          <a:chExt cx="0" cy="0"/>
        </a:xfrm>
      </p:grpSpPr>
      <p:sp>
        <p:nvSpPr>
          <p:cNvPr id="2" name="タイトル 1"/>
          <p:cNvSpPr>
            <a:spLocks noGrp="1"/>
          </p:cNvSpPr>
          <p:nvPr>
            <p:ph type="title"/>
          </p:nvPr>
        </p:nvSpPr>
        <p:spPr>
          <a:xfrm>
            <a:off x="762000" y="457200"/>
            <a:ext cx="7772400" cy="838200"/>
          </a:xfrm>
        </p:spPr>
        <p:txBody>
          <a:bodyPr/>
          <a:lstStyle/>
          <a:p>
            <a:r>
              <a:rPr lang="ja-JP" altLang="en-US"/>
              <a:t>マスタ タイトルの書式設定</a:t>
            </a:r>
          </a:p>
        </p:txBody>
      </p:sp>
      <p:sp>
        <p:nvSpPr>
          <p:cNvPr id="3" name="表プレースホルダ 2"/>
          <p:cNvSpPr>
            <a:spLocks noGrp="1"/>
          </p:cNvSpPr>
          <p:nvPr>
            <p:ph type="tbl" idx="1"/>
          </p:nvPr>
        </p:nvSpPr>
        <p:spPr>
          <a:xfrm>
            <a:off x="685800" y="1524000"/>
            <a:ext cx="7772400" cy="4572000"/>
          </a:xfrm>
        </p:spPr>
        <p:txBody>
          <a:bodyPr/>
          <a:lstStyle/>
          <a:p>
            <a:endParaRPr lang="ja-JP" altLang="en-US"/>
          </a:p>
        </p:txBody>
      </p:sp>
      <p:sp>
        <p:nvSpPr>
          <p:cNvPr id="4" name="日付プレースホルダ 3"/>
          <p:cNvSpPr>
            <a:spLocks noGrp="1"/>
          </p:cNvSpPr>
          <p:nvPr>
            <p:ph type="dt" sz="half" idx="10"/>
          </p:nvPr>
        </p:nvSpPr>
        <p:spPr>
          <a:xfrm>
            <a:off x="685800" y="6248400"/>
            <a:ext cx="1905000" cy="457200"/>
          </a:xfrm>
        </p:spPr>
        <p:txBody>
          <a:bodyPr/>
          <a:lstStyle>
            <a:lvl1pPr>
              <a:defRPr/>
            </a:lvl1pPr>
          </a:lstStyle>
          <a:p>
            <a:endParaRPr lang="en-US" altLang="ja-JP"/>
          </a:p>
        </p:txBody>
      </p:sp>
      <p:sp>
        <p:nvSpPr>
          <p:cNvPr id="5" name="フッター プレースホルダ 4"/>
          <p:cNvSpPr>
            <a:spLocks noGrp="1"/>
          </p:cNvSpPr>
          <p:nvPr>
            <p:ph type="ftr" sz="quarter" idx="11"/>
          </p:nvPr>
        </p:nvSpPr>
        <p:spPr>
          <a:xfrm>
            <a:off x="3124200" y="6248400"/>
            <a:ext cx="2895600" cy="457200"/>
          </a:xfrm>
        </p:spPr>
        <p:txBody>
          <a:bodyPr/>
          <a:lstStyle>
            <a:lvl1pPr>
              <a:defRPr/>
            </a:lvl1pPr>
          </a:lstStyle>
          <a:p>
            <a:r>
              <a:rPr lang="en-US" altLang="ja-JP"/>
              <a:t>CENG 213 Data Structures</a:t>
            </a:r>
          </a:p>
        </p:txBody>
      </p:sp>
      <p:sp>
        <p:nvSpPr>
          <p:cNvPr id="6" name="スライド番号プレースホルダ 5"/>
          <p:cNvSpPr>
            <a:spLocks noGrp="1"/>
          </p:cNvSpPr>
          <p:nvPr>
            <p:ph type="sldNum" sz="quarter" idx="12"/>
          </p:nvPr>
        </p:nvSpPr>
        <p:spPr>
          <a:xfrm>
            <a:off x="6553200" y="6248400"/>
            <a:ext cx="1905000" cy="457200"/>
          </a:xfrm>
        </p:spPr>
        <p:txBody>
          <a:bodyPr/>
          <a:lstStyle>
            <a:lvl1pPr>
              <a:defRPr/>
            </a:lvl1pPr>
          </a:lstStyle>
          <a:p>
            <a:fld id="{D1E99BBF-C42F-4C37-80A1-BC551DFDA45B}" type="slidenum">
              <a:rPr lang="en-US" altLang="ja-JP"/>
              <a:pPr/>
              <a:t>‹#›</a:t>
            </a:fld>
            <a:endParaRPr lang="en-US" altLang="ja-JP"/>
          </a:p>
        </p:txBody>
      </p:sp>
    </p:spTree>
    <p:extLst>
      <p:ext uri="{BB962C8B-B14F-4D97-AF65-F5344CB8AC3E}">
        <p14:creationId xmlns:p14="http://schemas.microsoft.com/office/powerpoint/2010/main" val="252632369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en-US" altLang="zh-CN"/>
              <a:t>Click to edit Master title style</a:t>
            </a:r>
            <a:endParaRPr lang="zh-CN" altLang="en-US"/>
          </a:p>
        </p:txBody>
      </p:sp>
      <p:sp>
        <p:nvSpPr>
          <p:cNvPr id="3" name="竖排文字占位符 2"/>
          <p:cNvSpPr>
            <a:spLocks noGrp="1"/>
          </p:cNvSpPr>
          <p:nvPr>
            <p:ph type="body" orient="vert" idx="1"/>
          </p:nvPr>
        </p:nvSpPr>
        <p:spPr>
          <a:xfrm>
            <a:off x="457200" y="1600202"/>
            <a:ext cx="8229600" cy="4525963"/>
          </a:xfrm>
          <a:prstGeom prst="rect">
            <a:avLst/>
          </a:prstGeom>
        </p:spPr>
        <p:txBody>
          <a:bodyPr vert="eaVert"/>
          <a:lstStyle/>
          <a:p>
            <a:pPr lvl="0"/>
            <a:r>
              <a:rPr lang="en-US" altLang="zh-CN"/>
              <a:t>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4" name="日期占位符 3"/>
          <p:cNvSpPr>
            <a:spLocks noGrp="1"/>
          </p:cNvSpPr>
          <p:nvPr>
            <p:ph type="dt" sz="half" idx="10"/>
          </p:nvPr>
        </p:nvSpPr>
        <p:spPr>
          <a:xfrm>
            <a:off x="457200" y="6356352"/>
            <a:ext cx="2133600" cy="365125"/>
          </a:xfrm>
          <a:prstGeom prst="rect">
            <a:avLst/>
          </a:prstGeom>
        </p:spPr>
        <p:txBody>
          <a:bodyPr/>
          <a:lstStyle/>
          <a:p>
            <a:fld id="{2E3AAC11-D570-4EA9-AFC0-30FB72BA45EB}" type="datetimeFigureOut">
              <a:rPr lang="zh-CN" altLang="en-US" smtClean="0">
                <a:solidFill>
                  <a:prstClr val="black"/>
                </a:solidFill>
              </a:rPr>
              <a:pPr/>
              <a:t>2026/1/29</a:t>
            </a:fld>
            <a:endParaRPr lang="zh-CN" altLang="en-US">
              <a:solidFill>
                <a:prstClr val="black"/>
              </a:solidFill>
            </a:endParaRPr>
          </a:p>
        </p:txBody>
      </p:sp>
      <p:sp>
        <p:nvSpPr>
          <p:cNvPr id="5" name="页脚占位符 4"/>
          <p:cNvSpPr>
            <a:spLocks noGrp="1"/>
          </p:cNvSpPr>
          <p:nvPr>
            <p:ph type="ftr" sz="quarter" idx="11"/>
          </p:nvPr>
        </p:nvSpPr>
        <p:spPr>
          <a:xfrm>
            <a:off x="3124200" y="6356352"/>
            <a:ext cx="2895600" cy="365125"/>
          </a:xfrm>
          <a:prstGeom prst="rect">
            <a:avLst/>
          </a:prstGeom>
        </p:spPr>
        <p:txBody>
          <a:bodyPr/>
          <a:lstStyle/>
          <a:p>
            <a:endParaRPr lang="zh-CN" altLang="en-US">
              <a:solidFill>
                <a:prstClr val="black"/>
              </a:solidFill>
            </a:endParaRPr>
          </a:p>
        </p:txBody>
      </p:sp>
      <p:sp>
        <p:nvSpPr>
          <p:cNvPr id="6" name="灯片编号占位符 5"/>
          <p:cNvSpPr>
            <a:spLocks noGrp="1"/>
          </p:cNvSpPr>
          <p:nvPr>
            <p:ph type="sldNum" sz="quarter" idx="12"/>
          </p:nvPr>
        </p:nvSpPr>
        <p:spPr>
          <a:xfrm>
            <a:off x="6553200" y="6356352"/>
            <a:ext cx="2133600" cy="365125"/>
          </a:xfrm>
          <a:prstGeom prst="rect">
            <a:avLst/>
          </a:prstGeom>
        </p:spPr>
        <p:txBody>
          <a:bodyPr/>
          <a:lstStyle/>
          <a:p>
            <a:fld id="{55ECCFAA-F4FB-487C-9F1E-C8836D0C3DC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39867461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40"/>
            <a:ext cx="2057400" cy="5851525"/>
          </a:xfrm>
          <a:prstGeom prst="rect">
            <a:avLst/>
          </a:prstGeom>
        </p:spPr>
        <p:txBody>
          <a:bodyPr vert="eaVert"/>
          <a:lstStyle/>
          <a:p>
            <a:r>
              <a:rPr lang="en-US" altLang="zh-CN"/>
              <a:t>Click to edit Master title style</a:t>
            </a:r>
            <a:endParaRPr lang="zh-CN" altLang="en-US"/>
          </a:p>
        </p:txBody>
      </p:sp>
      <p:sp>
        <p:nvSpPr>
          <p:cNvPr id="3" name="竖排文字占位符 2"/>
          <p:cNvSpPr>
            <a:spLocks noGrp="1"/>
          </p:cNvSpPr>
          <p:nvPr>
            <p:ph type="body" orient="vert" idx="1"/>
          </p:nvPr>
        </p:nvSpPr>
        <p:spPr>
          <a:xfrm>
            <a:off x="457200" y="274640"/>
            <a:ext cx="6019800" cy="5851525"/>
          </a:xfrm>
          <a:prstGeom prst="rect">
            <a:avLst/>
          </a:prstGeom>
        </p:spPr>
        <p:txBody>
          <a:bodyPr vert="eaVert"/>
          <a:lstStyle/>
          <a:p>
            <a:pPr lvl="0"/>
            <a:r>
              <a:rPr lang="en-US" altLang="zh-CN"/>
              <a:t>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4" name="日期占位符 3"/>
          <p:cNvSpPr>
            <a:spLocks noGrp="1"/>
          </p:cNvSpPr>
          <p:nvPr>
            <p:ph type="dt" sz="half" idx="10"/>
          </p:nvPr>
        </p:nvSpPr>
        <p:spPr>
          <a:xfrm>
            <a:off x="457200" y="6356352"/>
            <a:ext cx="2133600" cy="365125"/>
          </a:xfrm>
          <a:prstGeom prst="rect">
            <a:avLst/>
          </a:prstGeom>
        </p:spPr>
        <p:txBody>
          <a:bodyPr/>
          <a:lstStyle/>
          <a:p>
            <a:fld id="{2E3AAC11-D570-4EA9-AFC0-30FB72BA45EB}" type="datetimeFigureOut">
              <a:rPr lang="zh-CN" altLang="en-US" smtClean="0">
                <a:solidFill>
                  <a:prstClr val="black"/>
                </a:solidFill>
              </a:rPr>
              <a:pPr/>
              <a:t>2026/1/29</a:t>
            </a:fld>
            <a:endParaRPr lang="zh-CN" altLang="en-US">
              <a:solidFill>
                <a:prstClr val="black"/>
              </a:solidFill>
            </a:endParaRPr>
          </a:p>
        </p:txBody>
      </p:sp>
      <p:sp>
        <p:nvSpPr>
          <p:cNvPr id="5" name="页脚占位符 4"/>
          <p:cNvSpPr>
            <a:spLocks noGrp="1"/>
          </p:cNvSpPr>
          <p:nvPr>
            <p:ph type="ftr" sz="quarter" idx="11"/>
          </p:nvPr>
        </p:nvSpPr>
        <p:spPr>
          <a:xfrm>
            <a:off x="3124200" y="6356352"/>
            <a:ext cx="2895600" cy="365125"/>
          </a:xfrm>
          <a:prstGeom prst="rect">
            <a:avLst/>
          </a:prstGeom>
        </p:spPr>
        <p:txBody>
          <a:bodyPr/>
          <a:lstStyle/>
          <a:p>
            <a:endParaRPr lang="zh-CN" altLang="en-US">
              <a:solidFill>
                <a:prstClr val="black"/>
              </a:solidFill>
            </a:endParaRPr>
          </a:p>
        </p:txBody>
      </p:sp>
      <p:sp>
        <p:nvSpPr>
          <p:cNvPr id="6" name="灯片编号占位符 5"/>
          <p:cNvSpPr>
            <a:spLocks noGrp="1"/>
          </p:cNvSpPr>
          <p:nvPr>
            <p:ph type="sldNum" sz="quarter" idx="12"/>
          </p:nvPr>
        </p:nvSpPr>
        <p:spPr>
          <a:xfrm>
            <a:off x="6553200" y="6356352"/>
            <a:ext cx="2133600" cy="365125"/>
          </a:xfrm>
          <a:prstGeom prst="rect">
            <a:avLst/>
          </a:prstGeom>
        </p:spPr>
        <p:txBody>
          <a:bodyPr/>
          <a:lstStyle/>
          <a:p>
            <a:fld id="{55ECCFAA-F4FB-487C-9F1E-C8836D0C3DC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210117971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Tree>
    <p:extLst>
      <p:ext uri="{BB962C8B-B14F-4D97-AF65-F5344CB8AC3E}">
        <p14:creationId xmlns:p14="http://schemas.microsoft.com/office/powerpoint/2010/main" val="257529811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b"/>
          <a:lstStyle>
            <a:lvl1pPr algn="ctr">
              <a:defRPr sz="4500"/>
            </a:lvl1pPr>
          </a:lstStyle>
          <a:p>
            <a:r>
              <a:rPr lang="en-US" altLang="zh-CN"/>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ltLang="zh-CN"/>
              <a:t>Click to edit Master subtitle style</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1/29/2026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47750743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a:t>Click to edit Master title style</a:t>
            </a:r>
            <a:endParaRPr lang="en-US" dirty="0"/>
          </a:p>
        </p:txBody>
      </p:sp>
      <p:sp>
        <p:nvSpPr>
          <p:cNvPr id="3" name="Content Placeholder 2"/>
          <p:cNvSpPr>
            <a:spLocks noGrp="1"/>
          </p:cNvSpPr>
          <p:nvPr>
            <p:ph idx="1"/>
          </p:nvPr>
        </p:nvSpPr>
        <p:spPr/>
        <p:txBody>
          <a:bodyPr/>
          <a:lstStyle/>
          <a:p>
            <a:pPr lvl="0"/>
            <a:r>
              <a:rPr lang="en-US" altLang="zh-CN"/>
              <a:t>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1/29/2026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77789737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4500"/>
            </a:lvl1pPr>
          </a:lstStyle>
          <a:p>
            <a:r>
              <a:rPr lang="en-US" altLang="zh-CN"/>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ltLang="zh-CN"/>
              <a:t>Edit Master text styles</a:t>
            </a:r>
          </a:p>
        </p:txBody>
      </p:sp>
      <p:sp>
        <p:nvSpPr>
          <p:cNvPr id="4" name="Date Placeholder 3"/>
          <p:cNvSpPr>
            <a:spLocks noGrp="1"/>
          </p:cNvSpPr>
          <p:nvPr>
            <p:ph type="dt" sz="half" idx="10"/>
          </p:nvPr>
        </p:nvSpPr>
        <p:spPr/>
        <p:txBody>
          <a:bodyPr/>
          <a:lstStyle/>
          <a:p>
            <a:fld id="{C764DE79-268F-4C1A-8933-263129D2AF90}" type="datetimeFigureOut">
              <a:rPr lang="en-US" dirty="0"/>
              <a:t>1/29/2026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90081124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ltLang="zh-CN"/>
              <a:t>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ltLang="zh-CN"/>
              <a:t>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5" name="Date Placeholder 4"/>
          <p:cNvSpPr>
            <a:spLocks noGrp="1"/>
          </p:cNvSpPr>
          <p:nvPr>
            <p:ph type="dt" sz="half" idx="10"/>
          </p:nvPr>
        </p:nvSpPr>
        <p:spPr/>
        <p:txBody>
          <a:bodyPr/>
          <a:lstStyle/>
          <a:p>
            <a:fld id="{C764DE79-268F-4C1A-8933-263129D2AF90}" type="datetimeFigureOut">
              <a:rPr lang="en-US" dirty="0"/>
              <a:t>1/29/2026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81048361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ltLang="zh-CN"/>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ltLang="zh-CN"/>
              <a:t>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ltLang="zh-CN"/>
              <a:t>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ltLang="zh-CN"/>
              <a:t>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ltLang="zh-CN"/>
              <a:t>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7" name="Date Placeholder 6"/>
          <p:cNvSpPr>
            <a:spLocks noGrp="1"/>
          </p:cNvSpPr>
          <p:nvPr>
            <p:ph type="dt" sz="half" idx="10"/>
          </p:nvPr>
        </p:nvSpPr>
        <p:spPr/>
        <p:txBody>
          <a:bodyPr/>
          <a:lstStyle/>
          <a:p>
            <a:fld id="{C764DE79-268F-4C1A-8933-263129D2AF90}" type="datetimeFigureOut">
              <a:rPr lang="en-US" dirty="0"/>
              <a:t>1/29/2026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78484157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a:t>Click to edit Master title style</a:t>
            </a:r>
            <a:endParaRPr lang="en-US" dirty="0"/>
          </a:p>
        </p:txBody>
      </p:sp>
      <p:sp>
        <p:nvSpPr>
          <p:cNvPr id="3" name="Date Placeholder 2"/>
          <p:cNvSpPr>
            <a:spLocks noGrp="1"/>
          </p:cNvSpPr>
          <p:nvPr>
            <p:ph type="dt" sz="half" idx="10"/>
          </p:nvPr>
        </p:nvSpPr>
        <p:spPr/>
        <p:txBody>
          <a:bodyPr/>
          <a:lstStyle/>
          <a:p>
            <a:fld id="{C764DE79-268F-4C1A-8933-263129D2AF90}" type="datetimeFigureOut">
              <a:rPr lang="en-US" dirty="0"/>
              <a:t>1/29/2026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90017100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dirty="0"/>
              <a:t>1/29/2026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4185901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r>
              <a:rPr lang="en-US" altLang="zh-CN"/>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ltLang="zh-CN"/>
              <a:t>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ltLang="zh-CN"/>
              <a:t>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1/29/2026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3751363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r>
              <a:rPr lang="en-US" altLang="zh-CN"/>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ltLang="zh-CN"/>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ltLang="zh-CN"/>
              <a:t>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1/29/2026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428212232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ltLang="zh-CN"/>
              <a:t>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1/29/2026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402966658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ltLang="zh-CN"/>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ltLang="zh-CN"/>
              <a:t>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1/29/2026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252274175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1_图片与标题">
    <p:spTree>
      <p:nvGrpSpPr>
        <p:cNvPr id="1" name=""/>
        <p:cNvGrpSpPr/>
        <p:nvPr/>
      </p:nvGrpSpPr>
      <p:grpSpPr>
        <a:xfrm>
          <a:off x="0" y="0"/>
          <a:ext cx="0" cy="0"/>
          <a:chOff x="0" y="0"/>
          <a:chExt cx="0" cy="0"/>
        </a:xfrm>
      </p:grpSpPr>
    </p:spTree>
    <p:extLst>
      <p:ext uri="{BB962C8B-B14F-4D97-AF65-F5344CB8AC3E}">
        <p14:creationId xmlns:p14="http://schemas.microsoft.com/office/powerpoint/2010/main" val="3630394186"/>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1_竖排标题与文本">
    <p:spTree>
      <p:nvGrpSpPr>
        <p:cNvPr id="1" name=""/>
        <p:cNvGrpSpPr/>
        <p:nvPr/>
      </p:nvGrpSpPr>
      <p:grpSpPr>
        <a:xfrm>
          <a:off x="0" y="0"/>
          <a:ext cx="0" cy="0"/>
          <a:chOff x="0" y="0"/>
          <a:chExt cx="0" cy="0"/>
        </a:xfrm>
      </p:grpSpPr>
    </p:spTree>
    <p:extLst>
      <p:ext uri="{BB962C8B-B14F-4D97-AF65-F5344CB8AC3E}">
        <p14:creationId xmlns:p14="http://schemas.microsoft.com/office/powerpoint/2010/main" val="169314316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en-US" altLang="zh-CN"/>
              <a:t>Click to edit Master title style</a:t>
            </a:r>
            <a:endParaRPr lang="zh-CN" altLang="en-US"/>
          </a:p>
        </p:txBody>
      </p:sp>
    </p:spTree>
    <p:extLst>
      <p:ext uri="{BB962C8B-B14F-4D97-AF65-F5344CB8AC3E}">
        <p14:creationId xmlns:p14="http://schemas.microsoft.com/office/powerpoint/2010/main" val="1444962473"/>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en-US" altLang="zh-CN"/>
              <a:t>Click to edit Master title style</a:t>
            </a:r>
            <a:endParaRPr lang="zh-CN" altLang="en-US"/>
          </a:p>
        </p:txBody>
      </p:sp>
    </p:spTree>
    <p:extLst>
      <p:ext uri="{BB962C8B-B14F-4D97-AF65-F5344CB8AC3E}">
        <p14:creationId xmlns:p14="http://schemas.microsoft.com/office/powerpoint/2010/main" val="2511945271"/>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en-US" altLang="zh-CN"/>
              <a:t>Click to edit Master title style</a:t>
            </a:r>
            <a:endParaRPr lang="zh-CN" altLang="en-US"/>
          </a:p>
        </p:txBody>
      </p:sp>
    </p:spTree>
    <p:extLst>
      <p:ext uri="{BB962C8B-B14F-4D97-AF65-F5344CB8AC3E}">
        <p14:creationId xmlns:p14="http://schemas.microsoft.com/office/powerpoint/2010/main" val="662210369"/>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3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en-US" altLang="zh-CN"/>
              <a:t>Click to edit Master title style</a:t>
            </a:r>
            <a:endParaRPr lang="zh-CN" altLang="en-US"/>
          </a:p>
        </p:txBody>
      </p:sp>
    </p:spTree>
    <p:extLst>
      <p:ext uri="{BB962C8B-B14F-4D97-AF65-F5344CB8AC3E}">
        <p14:creationId xmlns:p14="http://schemas.microsoft.com/office/powerpoint/2010/main" val="241613298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4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en-US" altLang="zh-CN"/>
              <a:t>Click to edit Master title style</a:t>
            </a:r>
            <a:endParaRPr lang="zh-CN" altLang="en-US"/>
          </a:p>
        </p:txBody>
      </p:sp>
    </p:spTree>
    <p:extLst>
      <p:ext uri="{BB962C8B-B14F-4D97-AF65-F5344CB8AC3E}">
        <p14:creationId xmlns:p14="http://schemas.microsoft.com/office/powerpoint/2010/main" val="3827917767"/>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5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en-US" altLang="zh-CN"/>
              <a:t>Click to edit Master title style</a:t>
            </a:r>
            <a:endParaRPr lang="zh-CN" altLang="en-US"/>
          </a:p>
        </p:txBody>
      </p:sp>
    </p:spTree>
    <p:extLst>
      <p:ext uri="{BB962C8B-B14F-4D97-AF65-F5344CB8AC3E}">
        <p14:creationId xmlns:p14="http://schemas.microsoft.com/office/powerpoint/2010/main" val="2058336865"/>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6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en-US" altLang="zh-CN"/>
              <a:t>Click to edit Master title style</a:t>
            </a:r>
            <a:endParaRPr lang="zh-CN" altLang="en-US"/>
          </a:p>
        </p:txBody>
      </p:sp>
    </p:spTree>
    <p:extLst>
      <p:ext uri="{BB962C8B-B14F-4D97-AF65-F5344CB8AC3E}">
        <p14:creationId xmlns:p14="http://schemas.microsoft.com/office/powerpoint/2010/main" val="2452537556"/>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7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en-US" altLang="zh-CN"/>
              <a:t>Click to edit Master title style</a:t>
            </a:r>
            <a:endParaRPr lang="zh-CN" altLang="en-US"/>
          </a:p>
        </p:txBody>
      </p:sp>
    </p:spTree>
    <p:extLst>
      <p:ext uri="{BB962C8B-B14F-4D97-AF65-F5344CB8AC3E}">
        <p14:creationId xmlns:p14="http://schemas.microsoft.com/office/powerpoint/2010/main" val="1255247223"/>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8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en-US" altLang="zh-CN"/>
              <a:t>Click to edit Master title style</a:t>
            </a:r>
            <a:endParaRPr lang="zh-CN" altLang="en-US"/>
          </a:p>
        </p:txBody>
      </p:sp>
    </p:spTree>
    <p:extLst>
      <p:ext uri="{BB962C8B-B14F-4D97-AF65-F5344CB8AC3E}">
        <p14:creationId xmlns:p14="http://schemas.microsoft.com/office/powerpoint/2010/main" val="1235058150"/>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9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en-US" altLang="zh-CN"/>
              <a:t>Click to edit Master title style</a:t>
            </a:r>
            <a:endParaRPr lang="zh-CN" altLang="en-US"/>
          </a:p>
        </p:txBody>
      </p:sp>
    </p:spTree>
    <p:extLst>
      <p:ext uri="{BB962C8B-B14F-4D97-AF65-F5344CB8AC3E}">
        <p14:creationId xmlns:p14="http://schemas.microsoft.com/office/powerpoint/2010/main" val="3431573880"/>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10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en-US" altLang="zh-CN"/>
              <a:t>Click to edit Master title style</a:t>
            </a:r>
            <a:endParaRPr lang="zh-CN" altLang="en-US"/>
          </a:p>
        </p:txBody>
      </p:sp>
      <p:sp>
        <p:nvSpPr>
          <p:cNvPr id="4" name="TextBox 3"/>
          <p:cNvSpPr txBox="1"/>
          <p:nvPr userDrawn="1"/>
        </p:nvSpPr>
        <p:spPr>
          <a:xfrm>
            <a:off x="294804" y="6525239"/>
            <a:ext cx="1224136" cy="118430"/>
          </a:xfrm>
          <a:prstGeom prst="rect">
            <a:avLst/>
          </a:prstGeom>
          <a:noFill/>
        </p:spPr>
        <p:txBody>
          <a:bodyPr wrap="square" rtlCol="0">
            <a:spAutoFit/>
          </a:bodyPr>
          <a:lstStyle/>
          <a:p>
            <a:pPr marL="0" marR="0" lvl="0" indent="0" defTabSz="685800" eaLnBrk="1" fontAlgn="auto" latinLnBrk="0" hangingPunct="1">
              <a:lnSpc>
                <a:spcPct val="200000"/>
              </a:lnSpc>
              <a:spcBef>
                <a:spcPts val="0"/>
              </a:spcBef>
              <a:spcAft>
                <a:spcPts val="0"/>
              </a:spcAft>
              <a:buClrTx/>
              <a:buSzTx/>
              <a:buFontTx/>
              <a:buNone/>
              <a:tabLst/>
              <a:defRPr/>
            </a:pPr>
            <a:r>
              <a:rPr kumimoji="0" lang="en-US" altLang="zh-CN" sz="100" b="0" i="0" u="none" strike="noStrike" kern="0" cap="none" spc="0" normalizeH="0" baseline="0" noProof="0" dirty="0">
                <a:ln>
                  <a:noFill/>
                </a:ln>
                <a:solidFill>
                  <a:prstClr val="black"/>
                </a:solidFill>
                <a:effectLst/>
                <a:uLnTx/>
                <a:uFillTx/>
                <a:hlinkClick r:id="rId2"/>
              </a:rPr>
              <a:t>PPT</a:t>
            </a:r>
            <a:r>
              <a:rPr kumimoji="0" lang="zh-CN" altLang="en-US" sz="100" b="0" i="0" u="none" strike="noStrike" kern="0" cap="none" spc="0" normalizeH="0" baseline="0" noProof="0" dirty="0">
                <a:ln>
                  <a:noFill/>
                </a:ln>
                <a:solidFill>
                  <a:prstClr val="black"/>
                </a:solidFill>
                <a:effectLst/>
                <a:uLnTx/>
                <a:uFillTx/>
                <a:hlinkClick r:id="rId2"/>
              </a:rPr>
              <a:t>下载</a:t>
            </a:r>
            <a:r>
              <a:rPr kumimoji="0" lang="zh-CN" altLang="en-US" sz="100" b="0" i="0" u="none" strike="noStrike" kern="0" cap="none" spc="0" normalizeH="0" baseline="0" noProof="0" dirty="0">
                <a:ln>
                  <a:noFill/>
                </a:ln>
                <a:solidFill>
                  <a:prstClr val="black"/>
                </a:solidFill>
                <a:effectLst/>
                <a:uLnTx/>
                <a:uFillTx/>
              </a:rPr>
              <a:t> </a:t>
            </a:r>
            <a:r>
              <a:rPr kumimoji="0" lang="en-US" altLang="zh-CN" sz="100" b="0" i="0" u="none" strike="noStrike" kern="0" cap="none" spc="0" normalizeH="0" baseline="0" noProof="0" dirty="0">
                <a:ln>
                  <a:noFill/>
                </a:ln>
                <a:solidFill>
                  <a:prstClr val="black"/>
                </a:solidFill>
                <a:effectLst/>
                <a:uLnTx/>
                <a:uFillTx/>
              </a:rPr>
              <a:t>http://www.1ppt.com/xiazai/</a:t>
            </a:r>
          </a:p>
        </p:txBody>
      </p:sp>
    </p:spTree>
    <p:extLst>
      <p:ext uri="{BB962C8B-B14F-4D97-AF65-F5344CB8AC3E}">
        <p14:creationId xmlns:p14="http://schemas.microsoft.com/office/powerpoint/2010/main" val="2185821358"/>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11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en-US" altLang="zh-CN"/>
              <a:t>Click to edit Master title style</a:t>
            </a:r>
            <a:endParaRPr lang="zh-CN" altLang="en-US"/>
          </a:p>
        </p:txBody>
      </p:sp>
    </p:spTree>
    <p:extLst>
      <p:ext uri="{BB962C8B-B14F-4D97-AF65-F5344CB8AC3E}">
        <p14:creationId xmlns:p14="http://schemas.microsoft.com/office/powerpoint/2010/main" val="4224706188"/>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12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en-US" altLang="zh-CN"/>
              <a:t>Click to edit Master title style</a:t>
            </a:r>
            <a:endParaRPr lang="zh-CN" altLang="en-US"/>
          </a:p>
        </p:txBody>
      </p:sp>
    </p:spTree>
    <p:extLst>
      <p:ext uri="{BB962C8B-B14F-4D97-AF65-F5344CB8AC3E}">
        <p14:creationId xmlns:p14="http://schemas.microsoft.com/office/powerpoint/2010/main" val="1257614062"/>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2_Diseño personalizado">
    <p:spTree>
      <p:nvGrpSpPr>
        <p:cNvPr id="1" name=""/>
        <p:cNvGrpSpPr/>
        <p:nvPr/>
      </p:nvGrpSpPr>
      <p:grpSpPr>
        <a:xfrm>
          <a:off x="0" y="0"/>
          <a:ext cx="0" cy="0"/>
          <a:chOff x="0" y="0"/>
          <a:chExt cx="0" cy="0"/>
        </a:xfrm>
      </p:grpSpPr>
    </p:spTree>
    <p:extLst>
      <p:ext uri="{BB962C8B-B14F-4D97-AF65-F5344CB8AC3E}">
        <p14:creationId xmlns:p14="http://schemas.microsoft.com/office/powerpoint/2010/main" val="2192245272"/>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1_Icon sets layout">
    <p:spTree>
      <p:nvGrpSpPr>
        <p:cNvPr id="1" name=""/>
        <p:cNvGrpSpPr/>
        <p:nvPr/>
      </p:nvGrpSpPr>
      <p:grpSpPr>
        <a:xfrm>
          <a:off x="0" y="0"/>
          <a:ext cx="0" cy="0"/>
          <a:chOff x="0" y="0"/>
          <a:chExt cx="0" cy="0"/>
        </a:xfrm>
      </p:grpSpPr>
      <p:sp>
        <p:nvSpPr>
          <p:cNvPr id="2" name="Text Placeholder 9"/>
          <p:cNvSpPr>
            <a:spLocks noGrp="1"/>
          </p:cNvSpPr>
          <p:nvPr>
            <p:ph type="body" sz="quarter" idx="10" hasCustomPrompt="1"/>
          </p:nvPr>
        </p:nvSpPr>
        <p:spPr>
          <a:xfrm>
            <a:off x="242647" y="123478"/>
            <a:ext cx="8679898" cy="724247"/>
          </a:xfrm>
          <a:prstGeom prst="rect">
            <a:avLst/>
          </a:prstGeom>
        </p:spPr>
        <p:txBody>
          <a:bodyPr anchor="ctr"/>
          <a:lstStyle>
            <a:lvl1pPr marL="0" indent="0" algn="ctr">
              <a:buNone/>
              <a:defRPr sz="4050" b="0" baseline="0">
                <a:solidFill>
                  <a:schemeClr val="tx1">
                    <a:lumMod val="85000"/>
                    <a:lumOff val="15000"/>
                  </a:schemeClr>
                </a:solidFill>
                <a:latin typeface="+mj-lt"/>
                <a:cs typeface="Arial" panose="020B0604020202020204" pitchFamily="34" charset="0"/>
              </a:defRPr>
            </a:lvl1pPr>
          </a:lstStyle>
          <a:p>
            <a:pPr lvl="0"/>
            <a:r>
              <a:rPr lang="en-US" altLang="ko-KR" dirty="0"/>
              <a:t>Icon Sets Layout</a:t>
            </a:r>
          </a:p>
        </p:txBody>
      </p:sp>
      <p:sp>
        <p:nvSpPr>
          <p:cNvPr id="3" name="Rounded Rectangle 2"/>
          <p:cNvSpPr/>
          <p:nvPr userDrawn="1"/>
        </p:nvSpPr>
        <p:spPr>
          <a:xfrm>
            <a:off x="265508" y="1131592"/>
            <a:ext cx="2670575" cy="5402561"/>
          </a:xfrm>
          <a:prstGeom prst="roundRect">
            <a:avLst>
              <a:gd name="adj" fmla="val 3968"/>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013"/>
          </a:p>
        </p:txBody>
      </p:sp>
      <p:sp>
        <p:nvSpPr>
          <p:cNvPr id="4" name="Rounded Rectangle 3"/>
          <p:cNvSpPr/>
          <p:nvPr userDrawn="1"/>
        </p:nvSpPr>
        <p:spPr>
          <a:xfrm>
            <a:off x="398950" y="1347500"/>
            <a:ext cx="115401" cy="5015200"/>
          </a:xfrm>
          <a:prstGeom prst="roundRect">
            <a:avLst>
              <a:gd name="adj" fmla="val 50000"/>
            </a:avLst>
          </a:prstGeom>
          <a:solidFill>
            <a:schemeClr val="bg1">
              <a:alpha val="4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013">
              <a:solidFill>
                <a:schemeClr val="bg1"/>
              </a:solidFill>
            </a:endParaRPr>
          </a:p>
        </p:txBody>
      </p:sp>
      <p:sp>
        <p:nvSpPr>
          <p:cNvPr id="5" name="Half Frame 4"/>
          <p:cNvSpPr/>
          <p:nvPr userDrawn="1"/>
        </p:nvSpPr>
        <p:spPr>
          <a:xfrm rot="5400000">
            <a:off x="2207152" y="1362297"/>
            <a:ext cx="685849" cy="513861"/>
          </a:xfrm>
          <a:prstGeom prst="halfFrame">
            <a:avLst>
              <a:gd name="adj1" fmla="val 23728"/>
              <a:gd name="adj2" fmla="val 24642"/>
            </a:avLst>
          </a:prstGeom>
          <a:solidFill>
            <a:schemeClr val="bg1">
              <a:alpha val="2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013">
              <a:solidFill>
                <a:schemeClr val="tx1">
                  <a:lumMod val="85000"/>
                  <a:lumOff val="15000"/>
                </a:schemeClr>
              </a:solidFill>
            </a:endParaRPr>
          </a:p>
        </p:txBody>
      </p:sp>
      <p:sp>
        <p:nvSpPr>
          <p:cNvPr id="58" name="TextBox 57"/>
          <p:cNvSpPr txBox="1"/>
          <p:nvPr userDrawn="1"/>
        </p:nvSpPr>
        <p:spPr>
          <a:xfrm>
            <a:off x="533778" y="1691075"/>
            <a:ext cx="1674186" cy="415498"/>
          </a:xfrm>
          <a:prstGeom prst="rect">
            <a:avLst/>
          </a:prstGeom>
          <a:noFill/>
        </p:spPr>
        <p:txBody>
          <a:bodyPr wrap="square" rtlCol="0" anchor="ctr">
            <a:spAutoFit/>
          </a:bodyPr>
          <a:lstStyle/>
          <a:p>
            <a:r>
              <a:rPr lang="en-US" altLang="ko-KR" sz="1050" b="1" dirty="0">
                <a:solidFill>
                  <a:schemeClr val="bg1"/>
                </a:solidFill>
                <a:latin typeface="Arial" panose="020B0604020202020204" pitchFamily="34" charset="0"/>
                <a:cs typeface="Arial" panose="020B0604020202020204" pitchFamily="34" charset="0"/>
              </a:rPr>
              <a:t>You can Resize without losing quality</a:t>
            </a:r>
            <a:endParaRPr lang="ko-KR" altLang="en-US" sz="1050" b="1" dirty="0">
              <a:solidFill>
                <a:schemeClr val="bg1"/>
              </a:solidFill>
              <a:latin typeface="Arial" panose="020B0604020202020204" pitchFamily="34" charset="0"/>
              <a:cs typeface="Arial" panose="020B0604020202020204" pitchFamily="34" charset="0"/>
            </a:endParaRPr>
          </a:p>
        </p:txBody>
      </p:sp>
      <p:sp>
        <p:nvSpPr>
          <p:cNvPr id="59" name="TextBox 58"/>
          <p:cNvSpPr txBox="1"/>
          <p:nvPr userDrawn="1"/>
        </p:nvSpPr>
        <p:spPr>
          <a:xfrm>
            <a:off x="533778" y="2208255"/>
            <a:ext cx="1674186" cy="577081"/>
          </a:xfrm>
          <a:prstGeom prst="rect">
            <a:avLst/>
          </a:prstGeom>
          <a:noFill/>
        </p:spPr>
        <p:txBody>
          <a:bodyPr wrap="square" rtlCol="0" anchor="ctr">
            <a:spAutoFit/>
          </a:bodyPr>
          <a:lstStyle/>
          <a:p>
            <a:r>
              <a:rPr lang="en-US" altLang="ko-KR" sz="1050" b="1" dirty="0">
                <a:solidFill>
                  <a:schemeClr val="bg1"/>
                </a:solidFill>
                <a:latin typeface="Arial" panose="020B0604020202020204" pitchFamily="34" charset="0"/>
                <a:cs typeface="Arial" panose="020B0604020202020204" pitchFamily="34" charset="0"/>
              </a:rPr>
              <a:t>You can Change Fill Color &amp;</a:t>
            </a:r>
          </a:p>
          <a:p>
            <a:r>
              <a:rPr lang="en-US" altLang="ko-KR" sz="1050" b="1" dirty="0">
                <a:solidFill>
                  <a:schemeClr val="bg1"/>
                </a:solidFill>
                <a:latin typeface="Arial" panose="020B0604020202020204" pitchFamily="34" charset="0"/>
                <a:cs typeface="Arial" panose="020B0604020202020204" pitchFamily="34" charset="0"/>
              </a:rPr>
              <a:t>Line Color</a:t>
            </a:r>
            <a:endParaRPr lang="ko-KR" altLang="en-US" sz="1050" b="1" dirty="0">
              <a:solidFill>
                <a:schemeClr val="bg1"/>
              </a:solidFill>
              <a:latin typeface="Arial" panose="020B0604020202020204" pitchFamily="34" charset="0"/>
              <a:cs typeface="Arial" panose="020B0604020202020204" pitchFamily="34" charset="0"/>
            </a:endParaRPr>
          </a:p>
        </p:txBody>
      </p:sp>
      <p:sp>
        <p:nvSpPr>
          <p:cNvPr id="60" name="TextBox 59"/>
          <p:cNvSpPr txBox="1"/>
          <p:nvPr userDrawn="1"/>
        </p:nvSpPr>
        <p:spPr>
          <a:xfrm>
            <a:off x="540922" y="5835368"/>
            <a:ext cx="1674000" cy="253916"/>
          </a:xfrm>
          <a:prstGeom prst="rect">
            <a:avLst/>
          </a:prstGeom>
          <a:noFill/>
        </p:spPr>
        <p:txBody>
          <a:bodyPr wrap="square" rtlCol="0" anchor="ctr">
            <a:spAutoFit/>
          </a:bodyPr>
          <a:lstStyle/>
          <a:p>
            <a:r>
              <a:rPr lang="en-US" altLang="zh-CN" sz="1050" dirty="0">
                <a:solidFill>
                  <a:schemeClr val="bg1"/>
                </a:solidFill>
                <a:latin typeface="Arial" panose="020B0604020202020204" pitchFamily="34" charset="0"/>
                <a:cs typeface="Arial" panose="020B0604020202020204" pitchFamily="34" charset="0"/>
              </a:rPr>
              <a:t>www.freeppt7.com</a:t>
            </a:r>
            <a:endParaRPr lang="ko-KR" altLang="en-US" sz="1050" dirty="0">
              <a:solidFill>
                <a:schemeClr val="bg1"/>
              </a:solidFill>
              <a:latin typeface="Arial" panose="020B0604020202020204" pitchFamily="34" charset="0"/>
              <a:cs typeface="Arial" panose="020B0604020202020204" pitchFamily="34" charset="0"/>
            </a:endParaRPr>
          </a:p>
        </p:txBody>
      </p:sp>
      <p:sp>
        <p:nvSpPr>
          <p:cNvPr id="61" name="TextBox 60"/>
          <p:cNvSpPr txBox="1"/>
          <p:nvPr userDrawn="1"/>
        </p:nvSpPr>
        <p:spPr>
          <a:xfrm>
            <a:off x="540922" y="4773489"/>
            <a:ext cx="2037972" cy="738664"/>
          </a:xfrm>
          <a:prstGeom prst="rect">
            <a:avLst/>
          </a:prstGeom>
          <a:noFill/>
        </p:spPr>
        <p:txBody>
          <a:bodyPr wrap="square" rtlCol="0" anchor="ctr">
            <a:spAutoFit/>
          </a:bodyPr>
          <a:lstStyle/>
          <a:p>
            <a:r>
              <a:rPr lang="en-US" altLang="ko-KR" sz="2100" b="1" dirty="0">
                <a:solidFill>
                  <a:schemeClr val="bg1"/>
                </a:solidFill>
                <a:latin typeface="+mn-lt"/>
                <a:ea typeface="+mn-ea"/>
                <a:cs typeface="Arial" panose="020B0604020202020204" pitchFamily="34" charset="0"/>
              </a:rPr>
              <a:t>FREE </a:t>
            </a:r>
          </a:p>
          <a:p>
            <a:r>
              <a:rPr lang="en-US" altLang="ko-KR" sz="2100" b="1" dirty="0">
                <a:solidFill>
                  <a:schemeClr val="bg1"/>
                </a:solidFill>
                <a:latin typeface="+mn-lt"/>
                <a:ea typeface="+mn-ea"/>
                <a:cs typeface="Arial" panose="020B0604020202020204" pitchFamily="34" charset="0"/>
              </a:rPr>
              <a:t>PPT TEMPLATES</a:t>
            </a:r>
          </a:p>
        </p:txBody>
      </p:sp>
    </p:spTree>
    <p:extLst>
      <p:ext uri="{BB962C8B-B14F-4D97-AF65-F5344CB8AC3E}">
        <p14:creationId xmlns:p14="http://schemas.microsoft.com/office/powerpoint/2010/main" val="2520154878"/>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21_Images &amp; Contents Layout">
    <p:spTree>
      <p:nvGrpSpPr>
        <p:cNvPr id="1" name=""/>
        <p:cNvGrpSpPr/>
        <p:nvPr/>
      </p:nvGrpSpPr>
      <p:grpSpPr>
        <a:xfrm>
          <a:off x="0" y="0"/>
          <a:ext cx="0" cy="0"/>
          <a:chOff x="0" y="0"/>
          <a:chExt cx="0" cy="0"/>
        </a:xfrm>
      </p:grpSpPr>
      <p:sp>
        <p:nvSpPr>
          <p:cNvPr id="2" name="Picture Placeholder 2"/>
          <p:cNvSpPr>
            <a:spLocks noGrp="1"/>
          </p:cNvSpPr>
          <p:nvPr>
            <p:ph type="pic" idx="12" hasCustomPrompt="1"/>
          </p:nvPr>
        </p:nvSpPr>
        <p:spPr>
          <a:xfrm>
            <a:off x="3003569" y="52144"/>
            <a:ext cx="6083813" cy="4471498"/>
          </a:xfrm>
          <a:prstGeom prst="rect">
            <a:avLst/>
          </a:prstGeom>
          <a:solidFill>
            <a:schemeClr val="bg1">
              <a:lumMod val="95000"/>
            </a:schemeClr>
          </a:solidFill>
        </p:spPr>
        <p:txBody>
          <a:bodyPr anchor="ctr"/>
          <a:lstStyle>
            <a:lvl1pPr marL="0" indent="0" algn="ctr">
              <a:buNone/>
              <a:defRPr sz="900">
                <a:latin typeface="Arial" panose="020B0604020202020204" pitchFamily="34" charset="0"/>
                <a:cs typeface="Arial" panose="020B0604020202020204" pitchFamily="34" charset="0"/>
              </a:defRPr>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ltLang="ko-KR" dirty="0"/>
              <a:t>Your Picture Here</a:t>
            </a:r>
            <a:endParaRPr lang="ko-KR" altLang="en-US" dirty="0"/>
          </a:p>
        </p:txBody>
      </p:sp>
      <p:sp>
        <p:nvSpPr>
          <p:cNvPr id="5" name="Picture Placeholder 2"/>
          <p:cNvSpPr>
            <a:spLocks noGrp="1"/>
          </p:cNvSpPr>
          <p:nvPr>
            <p:ph type="pic" idx="15" hasCustomPrompt="1"/>
          </p:nvPr>
        </p:nvSpPr>
        <p:spPr>
          <a:xfrm>
            <a:off x="39372" y="2321295"/>
            <a:ext cx="2899771" cy="2189285"/>
          </a:xfrm>
          <a:prstGeom prst="rect">
            <a:avLst/>
          </a:prstGeom>
          <a:solidFill>
            <a:schemeClr val="bg1">
              <a:lumMod val="95000"/>
            </a:schemeClr>
          </a:solidFill>
        </p:spPr>
        <p:txBody>
          <a:bodyPr anchor="ctr"/>
          <a:lstStyle>
            <a:lvl1pPr marL="0" indent="0" algn="ctr">
              <a:buNone/>
              <a:defRPr sz="900">
                <a:latin typeface="Arial" panose="020B0604020202020204" pitchFamily="34" charset="0"/>
                <a:cs typeface="Arial" panose="020B0604020202020204" pitchFamily="34" charset="0"/>
              </a:defRPr>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ltLang="ko-KR" dirty="0"/>
              <a:t>Your Picture Here</a:t>
            </a:r>
            <a:endParaRPr lang="ko-KR" altLang="en-US" dirty="0"/>
          </a:p>
        </p:txBody>
      </p:sp>
      <p:sp>
        <p:nvSpPr>
          <p:cNvPr id="10" name="Picture Placeholder 2"/>
          <p:cNvSpPr>
            <a:spLocks noGrp="1"/>
          </p:cNvSpPr>
          <p:nvPr>
            <p:ph type="pic" idx="17" hasCustomPrompt="1"/>
          </p:nvPr>
        </p:nvSpPr>
        <p:spPr>
          <a:xfrm>
            <a:off x="39372" y="42023"/>
            <a:ext cx="2899771" cy="2189285"/>
          </a:xfrm>
          <a:prstGeom prst="rect">
            <a:avLst/>
          </a:prstGeom>
          <a:solidFill>
            <a:schemeClr val="bg1">
              <a:lumMod val="95000"/>
            </a:schemeClr>
          </a:solidFill>
        </p:spPr>
        <p:txBody>
          <a:bodyPr anchor="ctr"/>
          <a:lstStyle>
            <a:lvl1pPr marL="0" indent="0" algn="ctr">
              <a:buNone/>
              <a:defRPr sz="900">
                <a:latin typeface="Arial" panose="020B0604020202020204" pitchFamily="34" charset="0"/>
                <a:cs typeface="Arial" panose="020B0604020202020204" pitchFamily="34" charset="0"/>
              </a:defRPr>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ltLang="ko-KR" dirty="0"/>
              <a:t>Your Picture Here</a:t>
            </a:r>
            <a:endParaRPr lang="ko-KR" altLang="en-US" dirty="0"/>
          </a:p>
        </p:txBody>
      </p:sp>
      <p:sp>
        <p:nvSpPr>
          <p:cNvPr id="11" name="Picture Placeholder 2"/>
          <p:cNvSpPr>
            <a:spLocks noGrp="1"/>
          </p:cNvSpPr>
          <p:nvPr>
            <p:ph type="pic" idx="18" hasCustomPrompt="1"/>
          </p:nvPr>
        </p:nvSpPr>
        <p:spPr>
          <a:xfrm>
            <a:off x="39372" y="4600568"/>
            <a:ext cx="2899771" cy="2189285"/>
          </a:xfrm>
          <a:prstGeom prst="rect">
            <a:avLst/>
          </a:prstGeom>
          <a:solidFill>
            <a:schemeClr val="bg1">
              <a:lumMod val="95000"/>
            </a:schemeClr>
          </a:solidFill>
        </p:spPr>
        <p:txBody>
          <a:bodyPr anchor="ctr"/>
          <a:lstStyle>
            <a:lvl1pPr marL="0" indent="0" algn="ctr">
              <a:buNone/>
              <a:defRPr sz="900">
                <a:latin typeface="Arial" panose="020B0604020202020204" pitchFamily="34" charset="0"/>
                <a:cs typeface="Arial" panose="020B0604020202020204" pitchFamily="34" charset="0"/>
              </a:defRPr>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ltLang="ko-KR" dirty="0"/>
              <a:t>Your Picture Here</a:t>
            </a:r>
            <a:endParaRPr lang="ko-KR" altLang="en-US" dirty="0"/>
          </a:p>
        </p:txBody>
      </p:sp>
      <p:sp>
        <p:nvSpPr>
          <p:cNvPr id="12" name="Picture Placeholder 2"/>
          <p:cNvSpPr>
            <a:spLocks noGrp="1"/>
          </p:cNvSpPr>
          <p:nvPr>
            <p:ph type="pic" idx="19" hasCustomPrompt="1"/>
          </p:nvPr>
        </p:nvSpPr>
        <p:spPr>
          <a:xfrm>
            <a:off x="3003569" y="4609359"/>
            <a:ext cx="3033351" cy="2179811"/>
          </a:xfrm>
          <a:prstGeom prst="rect">
            <a:avLst/>
          </a:prstGeom>
          <a:solidFill>
            <a:schemeClr val="bg1">
              <a:lumMod val="95000"/>
            </a:schemeClr>
          </a:solidFill>
        </p:spPr>
        <p:txBody>
          <a:bodyPr anchor="ctr"/>
          <a:lstStyle>
            <a:lvl1pPr marL="0" indent="0" algn="ctr">
              <a:buNone/>
              <a:defRPr sz="900">
                <a:latin typeface="Arial" panose="020B0604020202020204" pitchFamily="34" charset="0"/>
                <a:cs typeface="Arial" panose="020B0604020202020204" pitchFamily="34" charset="0"/>
              </a:defRPr>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ltLang="ko-KR" dirty="0"/>
              <a:t>Your Picture Here</a:t>
            </a:r>
            <a:endParaRPr lang="ko-KR" altLang="en-US" dirty="0"/>
          </a:p>
        </p:txBody>
      </p:sp>
      <p:sp>
        <p:nvSpPr>
          <p:cNvPr id="13" name="Picture Placeholder 2"/>
          <p:cNvSpPr>
            <a:spLocks noGrp="1"/>
          </p:cNvSpPr>
          <p:nvPr>
            <p:ph type="pic" idx="20" hasCustomPrompt="1"/>
          </p:nvPr>
        </p:nvSpPr>
        <p:spPr>
          <a:xfrm>
            <a:off x="6103727" y="4599885"/>
            <a:ext cx="2986138" cy="2179811"/>
          </a:xfrm>
          <a:prstGeom prst="rect">
            <a:avLst/>
          </a:prstGeom>
          <a:solidFill>
            <a:schemeClr val="bg1">
              <a:lumMod val="95000"/>
            </a:schemeClr>
          </a:solidFill>
        </p:spPr>
        <p:txBody>
          <a:bodyPr anchor="ctr"/>
          <a:lstStyle>
            <a:lvl1pPr marL="0" indent="0" algn="ctr">
              <a:buNone/>
              <a:defRPr sz="900">
                <a:latin typeface="Arial" panose="020B0604020202020204" pitchFamily="34" charset="0"/>
                <a:cs typeface="Arial" panose="020B0604020202020204" pitchFamily="34" charset="0"/>
              </a:defRPr>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ltLang="ko-KR" dirty="0"/>
              <a:t>Your Picture Here</a:t>
            </a:r>
            <a:endParaRPr lang="ko-KR" altLang="en-US" dirty="0"/>
          </a:p>
        </p:txBody>
      </p:sp>
    </p:spTree>
    <p:extLst>
      <p:ext uri="{BB962C8B-B14F-4D97-AF65-F5344CB8AC3E}">
        <p14:creationId xmlns:p14="http://schemas.microsoft.com/office/powerpoint/2010/main" val="40435959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withEffect">
                                  <p:stCondLst>
                                    <p:cond delay="125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0-#ppt_h/2"/>
                                          </p:val>
                                        </p:tav>
                                        <p:tav tm="100000">
                                          <p:val>
                                            <p:strVal val="#ppt_y"/>
                                          </p:val>
                                        </p:tav>
                                      </p:tavLst>
                                    </p:anim>
                                  </p:childTnLst>
                                </p:cTn>
                              </p:par>
                              <p:par>
                                <p:cTn id="9" presetID="2" presetClass="entr" presetSubtype="4" fill="hold" grpId="0" nodeType="withEffect">
                                  <p:stCondLst>
                                    <p:cond delay="1000"/>
                                  </p:stCondLst>
                                  <p:childTnLst>
                                    <p:set>
                                      <p:cBhvr>
                                        <p:cTn id="10" dur="1" fill="hold">
                                          <p:stCondLst>
                                            <p:cond delay="0"/>
                                          </p:stCondLst>
                                        </p:cTn>
                                        <p:tgtEl>
                                          <p:spTgt spid="5"/>
                                        </p:tgtEl>
                                        <p:attrNameLst>
                                          <p:attrName>style.visibility</p:attrName>
                                        </p:attrNameLst>
                                      </p:cBhvr>
                                      <p:to>
                                        <p:strVal val="visible"/>
                                      </p:to>
                                    </p:set>
                                    <p:anim calcmode="lin" valueType="num">
                                      <p:cBhvr additive="base">
                                        <p:cTn id="11" dur="500" fill="hold"/>
                                        <p:tgtEl>
                                          <p:spTgt spid="5"/>
                                        </p:tgtEl>
                                        <p:attrNameLst>
                                          <p:attrName>ppt_x</p:attrName>
                                        </p:attrNameLst>
                                      </p:cBhvr>
                                      <p:tavLst>
                                        <p:tav tm="0">
                                          <p:val>
                                            <p:strVal val="#ppt_x"/>
                                          </p:val>
                                        </p:tav>
                                        <p:tav tm="100000">
                                          <p:val>
                                            <p:strVal val="#ppt_x"/>
                                          </p:val>
                                        </p:tav>
                                      </p:tavLst>
                                    </p:anim>
                                    <p:anim calcmode="lin" valueType="num">
                                      <p:cBhvr additive="base">
                                        <p:cTn id="12" dur="500" fill="hold"/>
                                        <p:tgtEl>
                                          <p:spTgt spid="5"/>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1000"/>
                                  </p:stCondLst>
                                  <p:childTnLst>
                                    <p:set>
                                      <p:cBhvr>
                                        <p:cTn id="14" dur="1" fill="hold">
                                          <p:stCondLst>
                                            <p:cond delay="0"/>
                                          </p:stCondLst>
                                        </p:cTn>
                                        <p:tgtEl>
                                          <p:spTgt spid="10"/>
                                        </p:tgtEl>
                                        <p:attrNameLst>
                                          <p:attrName>style.visibility</p:attrName>
                                        </p:attrNameLst>
                                      </p:cBhvr>
                                      <p:to>
                                        <p:strVal val="visible"/>
                                      </p:to>
                                    </p:set>
                                    <p:anim calcmode="lin" valueType="num">
                                      <p:cBhvr additive="base">
                                        <p:cTn id="15" dur="500" fill="hold"/>
                                        <p:tgtEl>
                                          <p:spTgt spid="10"/>
                                        </p:tgtEl>
                                        <p:attrNameLst>
                                          <p:attrName>ppt_x</p:attrName>
                                        </p:attrNameLst>
                                      </p:cBhvr>
                                      <p:tavLst>
                                        <p:tav tm="0">
                                          <p:val>
                                            <p:strVal val="#ppt_x"/>
                                          </p:val>
                                        </p:tav>
                                        <p:tav tm="100000">
                                          <p:val>
                                            <p:strVal val="#ppt_x"/>
                                          </p:val>
                                        </p:tav>
                                      </p:tavLst>
                                    </p:anim>
                                    <p:anim calcmode="lin" valueType="num">
                                      <p:cBhvr additive="base">
                                        <p:cTn id="16" dur="500" fill="hold"/>
                                        <p:tgtEl>
                                          <p:spTgt spid="10"/>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1000"/>
                                  </p:stCondLst>
                                  <p:childTnLst>
                                    <p:set>
                                      <p:cBhvr>
                                        <p:cTn id="18" dur="1" fill="hold">
                                          <p:stCondLst>
                                            <p:cond delay="0"/>
                                          </p:stCondLst>
                                        </p:cTn>
                                        <p:tgtEl>
                                          <p:spTgt spid="11"/>
                                        </p:tgtEl>
                                        <p:attrNameLst>
                                          <p:attrName>style.visibility</p:attrName>
                                        </p:attrNameLst>
                                      </p:cBhvr>
                                      <p:to>
                                        <p:strVal val="visible"/>
                                      </p:to>
                                    </p:set>
                                    <p:anim calcmode="lin" valueType="num">
                                      <p:cBhvr additive="base">
                                        <p:cTn id="19" dur="500" fill="hold"/>
                                        <p:tgtEl>
                                          <p:spTgt spid="11"/>
                                        </p:tgtEl>
                                        <p:attrNameLst>
                                          <p:attrName>ppt_x</p:attrName>
                                        </p:attrNameLst>
                                      </p:cBhvr>
                                      <p:tavLst>
                                        <p:tav tm="0">
                                          <p:val>
                                            <p:strVal val="#ppt_x"/>
                                          </p:val>
                                        </p:tav>
                                        <p:tav tm="100000">
                                          <p:val>
                                            <p:strVal val="#ppt_x"/>
                                          </p:val>
                                        </p:tav>
                                      </p:tavLst>
                                    </p:anim>
                                    <p:anim calcmode="lin" valueType="num">
                                      <p:cBhvr additive="base">
                                        <p:cTn id="20" dur="500" fill="hold"/>
                                        <p:tgtEl>
                                          <p:spTgt spid="11"/>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1000"/>
                                  </p:stCondLst>
                                  <p:childTnLst>
                                    <p:set>
                                      <p:cBhvr>
                                        <p:cTn id="22" dur="1" fill="hold">
                                          <p:stCondLst>
                                            <p:cond delay="0"/>
                                          </p:stCondLst>
                                        </p:cTn>
                                        <p:tgtEl>
                                          <p:spTgt spid="12"/>
                                        </p:tgtEl>
                                        <p:attrNameLst>
                                          <p:attrName>style.visibility</p:attrName>
                                        </p:attrNameLst>
                                      </p:cBhvr>
                                      <p:to>
                                        <p:strVal val="visible"/>
                                      </p:to>
                                    </p:set>
                                    <p:anim calcmode="lin" valueType="num">
                                      <p:cBhvr additive="base">
                                        <p:cTn id="23" dur="500" fill="hold"/>
                                        <p:tgtEl>
                                          <p:spTgt spid="12"/>
                                        </p:tgtEl>
                                        <p:attrNameLst>
                                          <p:attrName>ppt_x</p:attrName>
                                        </p:attrNameLst>
                                      </p:cBhvr>
                                      <p:tavLst>
                                        <p:tav tm="0">
                                          <p:val>
                                            <p:strVal val="#ppt_x"/>
                                          </p:val>
                                        </p:tav>
                                        <p:tav tm="100000">
                                          <p:val>
                                            <p:strVal val="#ppt_x"/>
                                          </p:val>
                                        </p:tav>
                                      </p:tavLst>
                                    </p:anim>
                                    <p:anim calcmode="lin" valueType="num">
                                      <p:cBhvr additive="base">
                                        <p:cTn id="24" dur="500" fill="hold"/>
                                        <p:tgtEl>
                                          <p:spTgt spid="12"/>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1000"/>
                                  </p:stCondLst>
                                  <p:childTnLst>
                                    <p:set>
                                      <p:cBhvr>
                                        <p:cTn id="26" dur="1" fill="hold">
                                          <p:stCondLst>
                                            <p:cond delay="0"/>
                                          </p:stCondLst>
                                        </p:cTn>
                                        <p:tgtEl>
                                          <p:spTgt spid="13"/>
                                        </p:tgtEl>
                                        <p:attrNameLst>
                                          <p:attrName>style.visibility</p:attrName>
                                        </p:attrNameLst>
                                      </p:cBhvr>
                                      <p:to>
                                        <p:strVal val="visible"/>
                                      </p:to>
                                    </p:set>
                                    <p:anim calcmode="lin" valueType="num">
                                      <p:cBhvr additive="base">
                                        <p:cTn id="27" dur="500" fill="hold"/>
                                        <p:tgtEl>
                                          <p:spTgt spid="13"/>
                                        </p:tgtEl>
                                        <p:attrNameLst>
                                          <p:attrName>ppt_x</p:attrName>
                                        </p:attrNameLst>
                                      </p:cBhvr>
                                      <p:tavLst>
                                        <p:tav tm="0">
                                          <p:val>
                                            <p:strVal val="#ppt_x"/>
                                          </p:val>
                                        </p:tav>
                                        <p:tav tm="100000">
                                          <p:val>
                                            <p:strVal val="#ppt_x"/>
                                          </p:val>
                                        </p:tav>
                                      </p:tavLst>
                                    </p:anim>
                                    <p:anim calcmode="lin" valueType="num">
                                      <p:cBhvr additive="base">
                                        <p:cTn id="28"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5" grpId="0" animBg="1"/>
      <p:bldP spid="10" grpId="0" animBg="1"/>
      <p:bldP spid="11" grpId="0" animBg="1"/>
      <p:bldP spid="12" grpId="0" animBg="1"/>
      <p:bldP spid="13" grpId="0" animBg="1"/>
    </p:bldLst>
  </p:timing>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22_Images &amp; Contents Layout">
    <p:spTree>
      <p:nvGrpSpPr>
        <p:cNvPr id="1" name=""/>
        <p:cNvGrpSpPr/>
        <p:nvPr/>
      </p:nvGrpSpPr>
      <p:grpSpPr>
        <a:xfrm>
          <a:off x="0" y="0"/>
          <a:ext cx="0" cy="0"/>
          <a:chOff x="0" y="0"/>
          <a:chExt cx="0" cy="0"/>
        </a:xfrm>
      </p:grpSpPr>
      <p:sp>
        <p:nvSpPr>
          <p:cNvPr id="2" name="Picture Placeholder 2"/>
          <p:cNvSpPr>
            <a:spLocks noGrp="1"/>
          </p:cNvSpPr>
          <p:nvPr>
            <p:ph type="pic" idx="12" hasCustomPrompt="1"/>
          </p:nvPr>
        </p:nvSpPr>
        <p:spPr>
          <a:xfrm>
            <a:off x="39373" y="47810"/>
            <a:ext cx="6083813" cy="4471498"/>
          </a:xfrm>
          <a:prstGeom prst="rect">
            <a:avLst/>
          </a:prstGeom>
          <a:solidFill>
            <a:schemeClr val="bg1">
              <a:lumMod val="95000"/>
            </a:schemeClr>
          </a:solidFill>
        </p:spPr>
        <p:txBody>
          <a:bodyPr anchor="ctr"/>
          <a:lstStyle>
            <a:lvl1pPr marL="0" indent="0" algn="ctr">
              <a:buNone/>
              <a:defRPr sz="900">
                <a:latin typeface="Arial" panose="020B0604020202020204" pitchFamily="34" charset="0"/>
                <a:cs typeface="Arial" panose="020B0604020202020204" pitchFamily="34" charset="0"/>
              </a:defRPr>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ltLang="ko-KR" dirty="0"/>
              <a:t>Your Picture Here</a:t>
            </a:r>
            <a:endParaRPr lang="ko-KR" altLang="en-US" dirty="0"/>
          </a:p>
        </p:txBody>
      </p:sp>
      <p:sp>
        <p:nvSpPr>
          <p:cNvPr id="5" name="Picture Placeholder 2"/>
          <p:cNvSpPr>
            <a:spLocks noGrp="1"/>
          </p:cNvSpPr>
          <p:nvPr>
            <p:ph type="pic" idx="15" hasCustomPrompt="1"/>
          </p:nvPr>
        </p:nvSpPr>
        <p:spPr>
          <a:xfrm>
            <a:off x="6190228" y="2322749"/>
            <a:ext cx="2899771" cy="2189285"/>
          </a:xfrm>
          <a:prstGeom prst="rect">
            <a:avLst/>
          </a:prstGeom>
          <a:solidFill>
            <a:schemeClr val="bg1">
              <a:lumMod val="95000"/>
            </a:schemeClr>
          </a:solidFill>
        </p:spPr>
        <p:txBody>
          <a:bodyPr anchor="ctr"/>
          <a:lstStyle>
            <a:lvl1pPr marL="0" indent="0" algn="ctr">
              <a:buNone/>
              <a:defRPr sz="900">
                <a:latin typeface="Arial" panose="020B0604020202020204" pitchFamily="34" charset="0"/>
                <a:cs typeface="Arial" panose="020B0604020202020204" pitchFamily="34" charset="0"/>
              </a:defRPr>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ltLang="ko-KR" dirty="0"/>
              <a:t>Your Picture Here</a:t>
            </a:r>
            <a:endParaRPr lang="ko-KR" altLang="en-US" dirty="0"/>
          </a:p>
        </p:txBody>
      </p:sp>
      <p:sp>
        <p:nvSpPr>
          <p:cNvPr id="10" name="Picture Placeholder 2"/>
          <p:cNvSpPr>
            <a:spLocks noGrp="1"/>
          </p:cNvSpPr>
          <p:nvPr>
            <p:ph type="pic" idx="17" hasCustomPrompt="1"/>
          </p:nvPr>
        </p:nvSpPr>
        <p:spPr>
          <a:xfrm>
            <a:off x="6186099" y="42023"/>
            <a:ext cx="2899771" cy="2189285"/>
          </a:xfrm>
          <a:prstGeom prst="rect">
            <a:avLst/>
          </a:prstGeom>
          <a:solidFill>
            <a:schemeClr val="bg1">
              <a:lumMod val="95000"/>
            </a:schemeClr>
          </a:solidFill>
        </p:spPr>
        <p:txBody>
          <a:bodyPr anchor="ctr"/>
          <a:lstStyle>
            <a:lvl1pPr marL="0" indent="0" algn="ctr">
              <a:buNone/>
              <a:defRPr sz="900">
                <a:latin typeface="Arial" panose="020B0604020202020204" pitchFamily="34" charset="0"/>
                <a:cs typeface="Arial" panose="020B0604020202020204" pitchFamily="34" charset="0"/>
              </a:defRPr>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ltLang="ko-KR" dirty="0"/>
              <a:t>Your Picture Here</a:t>
            </a:r>
            <a:endParaRPr lang="ko-KR" altLang="en-US" dirty="0"/>
          </a:p>
        </p:txBody>
      </p:sp>
      <p:sp>
        <p:nvSpPr>
          <p:cNvPr id="11" name="Picture Placeholder 2"/>
          <p:cNvSpPr>
            <a:spLocks noGrp="1"/>
          </p:cNvSpPr>
          <p:nvPr>
            <p:ph type="pic" idx="18" hasCustomPrompt="1"/>
          </p:nvPr>
        </p:nvSpPr>
        <p:spPr>
          <a:xfrm>
            <a:off x="6196302" y="4596806"/>
            <a:ext cx="2899771" cy="2189285"/>
          </a:xfrm>
          <a:prstGeom prst="rect">
            <a:avLst/>
          </a:prstGeom>
          <a:solidFill>
            <a:schemeClr val="bg1">
              <a:lumMod val="95000"/>
            </a:schemeClr>
          </a:solidFill>
        </p:spPr>
        <p:txBody>
          <a:bodyPr anchor="ctr"/>
          <a:lstStyle>
            <a:lvl1pPr marL="0" indent="0" algn="ctr">
              <a:buNone/>
              <a:defRPr sz="900">
                <a:latin typeface="Arial" panose="020B0604020202020204" pitchFamily="34" charset="0"/>
                <a:cs typeface="Arial" panose="020B0604020202020204" pitchFamily="34" charset="0"/>
              </a:defRPr>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ltLang="ko-KR" dirty="0"/>
              <a:t>Your Picture Here</a:t>
            </a:r>
            <a:endParaRPr lang="ko-KR" altLang="en-US" dirty="0"/>
          </a:p>
        </p:txBody>
      </p:sp>
      <p:sp>
        <p:nvSpPr>
          <p:cNvPr id="12" name="Picture Placeholder 2"/>
          <p:cNvSpPr>
            <a:spLocks noGrp="1"/>
          </p:cNvSpPr>
          <p:nvPr>
            <p:ph type="pic" idx="19" hasCustomPrompt="1"/>
          </p:nvPr>
        </p:nvSpPr>
        <p:spPr>
          <a:xfrm>
            <a:off x="47927" y="4596807"/>
            <a:ext cx="3033351" cy="2189285"/>
          </a:xfrm>
          <a:prstGeom prst="rect">
            <a:avLst/>
          </a:prstGeom>
          <a:solidFill>
            <a:schemeClr val="bg1">
              <a:lumMod val="95000"/>
            </a:schemeClr>
          </a:solidFill>
        </p:spPr>
        <p:txBody>
          <a:bodyPr anchor="ctr"/>
          <a:lstStyle>
            <a:lvl1pPr marL="0" indent="0" algn="ctr">
              <a:buNone/>
              <a:defRPr sz="900">
                <a:latin typeface="Arial" panose="020B0604020202020204" pitchFamily="34" charset="0"/>
                <a:cs typeface="Arial" panose="020B0604020202020204" pitchFamily="34" charset="0"/>
              </a:defRPr>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ltLang="ko-KR" dirty="0"/>
              <a:t>Your Picture Here</a:t>
            </a:r>
            <a:endParaRPr lang="ko-KR" altLang="en-US" dirty="0"/>
          </a:p>
        </p:txBody>
      </p:sp>
      <p:sp>
        <p:nvSpPr>
          <p:cNvPr id="13" name="Picture Placeholder 2"/>
          <p:cNvSpPr>
            <a:spLocks noGrp="1"/>
          </p:cNvSpPr>
          <p:nvPr>
            <p:ph type="pic" idx="20" hasCustomPrompt="1"/>
          </p:nvPr>
        </p:nvSpPr>
        <p:spPr>
          <a:xfrm>
            <a:off x="3137048" y="4596806"/>
            <a:ext cx="2986138" cy="2189285"/>
          </a:xfrm>
          <a:prstGeom prst="rect">
            <a:avLst/>
          </a:prstGeom>
          <a:solidFill>
            <a:schemeClr val="bg1">
              <a:lumMod val="95000"/>
            </a:schemeClr>
          </a:solidFill>
        </p:spPr>
        <p:txBody>
          <a:bodyPr anchor="ctr"/>
          <a:lstStyle>
            <a:lvl1pPr marL="0" indent="0" algn="ctr">
              <a:buNone/>
              <a:defRPr sz="900">
                <a:latin typeface="Arial" panose="020B0604020202020204" pitchFamily="34" charset="0"/>
                <a:cs typeface="Arial" panose="020B0604020202020204" pitchFamily="34" charset="0"/>
              </a:defRPr>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ltLang="ko-KR" dirty="0"/>
              <a:t>Your Picture Here</a:t>
            </a:r>
            <a:endParaRPr lang="ko-KR" altLang="en-US" dirty="0"/>
          </a:p>
        </p:txBody>
      </p:sp>
    </p:spTree>
    <p:extLst>
      <p:ext uri="{BB962C8B-B14F-4D97-AF65-F5344CB8AC3E}">
        <p14:creationId xmlns:p14="http://schemas.microsoft.com/office/powerpoint/2010/main" val="18918830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withEffect">
                                  <p:stCondLst>
                                    <p:cond delay="125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0-#ppt_h/2"/>
                                          </p:val>
                                        </p:tav>
                                        <p:tav tm="100000">
                                          <p:val>
                                            <p:strVal val="#ppt_y"/>
                                          </p:val>
                                        </p:tav>
                                      </p:tavLst>
                                    </p:anim>
                                  </p:childTnLst>
                                </p:cTn>
                              </p:par>
                              <p:par>
                                <p:cTn id="9" presetID="2" presetClass="entr" presetSubtype="4" fill="hold" grpId="0" nodeType="withEffect">
                                  <p:stCondLst>
                                    <p:cond delay="1000"/>
                                  </p:stCondLst>
                                  <p:childTnLst>
                                    <p:set>
                                      <p:cBhvr>
                                        <p:cTn id="10" dur="1" fill="hold">
                                          <p:stCondLst>
                                            <p:cond delay="0"/>
                                          </p:stCondLst>
                                        </p:cTn>
                                        <p:tgtEl>
                                          <p:spTgt spid="5"/>
                                        </p:tgtEl>
                                        <p:attrNameLst>
                                          <p:attrName>style.visibility</p:attrName>
                                        </p:attrNameLst>
                                      </p:cBhvr>
                                      <p:to>
                                        <p:strVal val="visible"/>
                                      </p:to>
                                    </p:set>
                                    <p:anim calcmode="lin" valueType="num">
                                      <p:cBhvr additive="base">
                                        <p:cTn id="11" dur="500" fill="hold"/>
                                        <p:tgtEl>
                                          <p:spTgt spid="5"/>
                                        </p:tgtEl>
                                        <p:attrNameLst>
                                          <p:attrName>ppt_x</p:attrName>
                                        </p:attrNameLst>
                                      </p:cBhvr>
                                      <p:tavLst>
                                        <p:tav tm="0">
                                          <p:val>
                                            <p:strVal val="#ppt_x"/>
                                          </p:val>
                                        </p:tav>
                                        <p:tav tm="100000">
                                          <p:val>
                                            <p:strVal val="#ppt_x"/>
                                          </p:val>
                                        </p:tav>
                                      </p:tavLst>
                                    </p:anim>
                                    <p:anim calcmode="lin" valueType="num">
                                      <p:cBhvr additive="base">
                                        <p:cTn id="12" dur="500" fill="hold"/>
                                        <p:tgtEl>
                                          <p:spTgt spid="5"/>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1000"/>
                                  </p:stCondLst>
                                  <p:childTnLst>
                                    <p:set>
                                      <p:cBhvr>
                                        <p:cTn id="14" dur="1" fill="hold">
                                          <p:stCondLst>
                                            <p:cond delay="0"/>
                                          </p:stCondLst>
                                        </p:cTn>
                                        <p:tgtEl>
                                          <p:spTgt spid="10"/>
                                        </p:tgtEl>
                                        <p:attrNameLst>
                                          <p:attrName>style.visibility</p:attrName>
                                        </p:attrNameLst>
                                      </p:cBhvr>
                                      <p:to>
                                        <p:strVal val="visible"/>
                                      </p:to>
                                    </p:set>
                                    <p:anim calcmode="lin" valueType="num">
                                      <p:cBhvr additive="base">
                                        <p:cTn id="15" dur="500" fill="hold"/>
                                        <p:tgtEl>
                                          <p:spTgt spid="10"/>
                                        </p:tgtEl>
                                        <p:attrNameLst>
                                          <p:attrName>ppt_x</p:attrName>
                                        </p:attrNameLst>
                                      </p:cBhvr>
                                      <p:tavLst>
                                        <p:tav tm="0">
                                          <p:val>
                                            <p:strVal val="#ppt_x"/>
                                          </p:val>
                                        </p:tav>
                                        <p:tav tm="100000">
                                          <p:val>
                                            <p:strVal val="#ppt_x"/>
                                          </p:val>
                                        </p:tav>
                                      </p:tavLst>
                                    </p:anim>
                                    <p:anim calcmode="lin" valueType="num">
                                      <p:cBhvr additive="base">
                                        <p:cTn id="16" dur="500" fill="hold"/>
                                        <p:tgtEl>
                                          <p:spTgt spid="10"/>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1000"/>
                                  </p:stCondLst>
                                  <p:childTnLst>
                                    <p:set>
                                      <p:cBhvr>
                                        <p:cTn id="18" dur="1" fill="hold">
                                          <p:stCondLst>
                                            <p:cond delay="0"/>
                                          </p:stCondLst>
                                        </p:cTn>
                                        <p:tgtEl>
                                          <p:spTgt spid="11"/>
                                        </p:tgtEl>
                                        <p:attrNameLst>
                                          <p:attrName>style.visibility</p:attrName>
                                        </p:attrNameLst>
                                      </p:cBhvr>
                                      <p:to>
                                        <p:strVal val="visible"/>
                                      </p:to>
                                    </p:set>
                                    <p:anim calcmode="lin" valueType="num">
                                      <p:cBhvr additive="base">
                                        <p:cTn id="19" dur="500" fill="hold"/>
                                        <p:tgtEl>
                                          <p:spTgt spid="11"/>
                                        </p:tgtEl>
                                        <p:attrNameLst>
                                          <p:attrName>ppt_x</p:attrName>
                                        </p:attrNameLst>
                                      </p:cBhvr>
                                      <p:tavLst>
                                        <p:tav tm="0">
                                          <p:val>
                                            <p:strVal val="#ppt_x"/>
                                          </p:val>
                                        </p:tav>
                                        <p:tav tm="100000">
                                          <p:val>
                                            <p:strVal val="#ppt_x"/>
                                          </p:val>
                                        </p:tav>
                                      </p:tavLst>
                                    </p:anim>
                                    <p:anim calcmode="lin" valueType="num">
                                      <p:cBhvr additive="base">
                                        <p:cTn id="20" dur="500" fill="hold"/>
                                        <p:tgtEl>
                                          <p:spTgt spid="11"/>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1000"/>
                                  </p:stCondLst>
                                  <p:childTnLst>
                                    <p:set>
                                      <p:cBhvr>
                                        <p:cTn id="22" dur="1" fill="hold">
                                          <p:stCondLst>
                                            <p:cond delay="0"/>
                                          </p:stCondLst>
                                        </p:cTn>
                                        <p:tgtEl>
                                          <p:spTgt spid="12"/>
                                        </p:tgtEl>
                                        <p:attrNameLst>
                                          <p:attrName>style.visibility</p:attrName>
                                        </p:attrNameLst>
                                      </p:cBhvr>
                                      <p:to>
                                        <p:strVal val="visible"/>
                                      </p:to>
                                    </p:set>
                                    <p:anim calcmode="lin" valueType="num">
                                      <p:cBhvr additive="base">
                                        <p:cTn id="23" dur="500" fill="hold"/>
                                        <p:tgtEl>
                                          <p:spTgt spid="12"/>
                                        </p:tgtEl>
                                        <p:attrNameLst>
                                          <p:attrName>ppt_x</p:attrName>
                                        </p:attrNameLst>
                                      </p:cBhvr>
                                      <p:tavLst>
                                        <p:tav tm="0">
                                          <p:val>
                                            <p:strVal val="#ppt_x"/>
                                          </p:val>
                                        </p:tav>
                                        <p:tav tm="100000">
                                          <p:val>
                                            <p:strVal val="#ppt_x"/>
                                          </p:val>
                                        </p:tav>
                                      </p:tavLst>
                                    </p:anim>
                                    <p:anim calcmode="lin" valueType="num">
                                      <p:cBhvr additive="base">
                                        <p:cTn id="24" dur="500" fill="hold"/>
                                        <p:tgtEl>
                                          <p:spTgt spid="12"/>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1000"/>
                                  </p:stCondLst>
                                  <p:childTnLst>
                                    <p:set>
                                      <p:cBhvr>
                                        <p:cTn id="26" dur="1" fill="hold">
                                          <p:stCondLst>
                                            <p:cond delay="0"/>
                                          </p:stCondLst>
                                        </p:cTn>
                                        <p:tgtEl>
                                          <p:spTgt spid="13"/>
                                        </p:tgtEl>
                                        <p:attrNameLst>
                                          <p:attrName>style.visibility</p:attrName>
                                        </p:attrNameLst>
                                      </p:cBhvr>
                                      <p:to>
                                        <p:strVal val="visible"/>
                                      </p:to>
                                    </p:set>
                                    <p:anim calcmode="lin" valueType="num">
                                      <p:cBhvr additive="base">
                                        <p:cTn id="27" dur="500" fill="hold"/>
                                        <p:tgtEl>
                                          <p:spTgt spid="13"/>
                                        </p:tgtEl>
                                        <p:attrNameLst>
                                          <p:attrName>ppt_x</p:attrName>
                                        </p:attrNameLst>
                                      </p:cBhvr>
                                      <p:tavLst>
                                        <p:tav tm="0">
                                          <p:val>
                                            <p:strVal val="#ppt_x"/>
                                          </p:val>
                                        </p:tav>
                                        <p:tav tm="100000">
                                          <p:val>
                                            <p:strVal val="#ppt_x"/>
                                          </p:val>
                                        </p:tav>
                                      </p:tavLst>
                                    </p:anim>
                                    <p:anim calcmode="lin" valueType="num">
                                      <p:cBhvr additive="base">
                                        <p:cTn id="28"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5" grpId="0" animBg="1"/>
      <p:bldP spid="10" grpId="0" animBg="1"/>
      <p:bldP spid="11" grpId="0" animBg="1"/>
      <p:bldP spid="12" grpId="0" animBg="1"/>
      <p:bldP spid="13" grpId="0" animBg="1"/>
    </p:bldLst>
  </p:timing>
</p:sldLayout>
</file>

<file path=ppt/slideLayouts/slideLayout47.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r>
              <a:rPr lang="en-US" altLang="zh-CN"/>
              <a:t>Click to edit Master title style</a:t>
            </a:r>
            <a:endParaRPr lang="zh-CN" altLang="en-US"/>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ltLang="zh-CN"/>
              <a:t>Click to edit Master subtitle style</a:t>
            </a:r>
            <a:endParaRPr lang="zh-CN" altLang="en-US"/>
          </a:p>
        </p:txBody>
      </p:sp>
      <p:sp>
        <p:nvSpPr>
          <p:cNvPr id="4" name="日期占位符 3"/>
          <p:cNvSpPr>
            <a:spLocks noGrp="1"/>
          </p:cNvSpPr>
          <p:nvPr>
            <p:ph type="dt" sz="half" idx="10"/>
          </p:nvPr>
        </p:nvSpPr>
        <p:spPr/>
        <p:txBody>
          <a:bodyPr/>
          <a:lstStyle/>
          <a:p>
            <a:fld id="{93FC91E9-BA21-4665-B569-3794335F89ED}" type="datetimeFigureOut">
              <a:rPr lang="zh-CN" altLang="en-US" smtClean="0"/>
              <a:t>2026/1/29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6526C87-8BF2-4EE6-A5B5-29351161E3D7}" type="slidenum">
              <a:rPr lang="zh-CN" altLang="en-US" smtClean="0"/>
              <a:t>‹#›</a:t>
            </a:fld>
            <a:endParaRPr lang="zh-CN" altLang="en-US"/>
          </a:p>
        </p:txBody>
      </p:sp>
    </p:spTree>
    <p:extLst>
      <p:ext uri="{BB962C8B-B14F-4D97-AF65-F5344CB8AC3E}">
        <p14:creationId xmlns:p14="http://schemas.microsoft.com/office/powerpoint/2010/main" val="1751061939"/>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Click to edit Master title style</a:t>
            </a:r>
            <a:endParaRPr lang="zh-CN" altLang="en-US"/>
          </a:p>
        </p:txBody>
      </p:sp>
      <p:sp>
        <p:nvSpPr>
          <p:cNvPr id="3" name="内容占位符 2"/>
          <p:cNvSpPr>
            <a:spLocks noGrp="1"/>
          </p:cNvSpPr>
          <p:nvPr>
            <p:ph idx="1"/>
          </p:nvPr>
        </p:nvSpPr>
        <p:spPr/>
        <p:txBody>
          <a:bodyPr/>
          <a:lstStyle/>
          <a:p>
            <a:pPr lvl="0"/>
            <a:r>
              <a:rPr lang="en-US" altLang="zh-CN"/>
              <a:t>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4" name="日期占位符 3"/>
          <p:cNvSpPr>
            <a:spLocks noGrp="1"/>
          </p:cNvSpPr>
          <p:nvPr>
            <p:ph type="dt" sz="half" idx="10"/>
          </p:nvPr>
        </p:nvSpPr>
        <p:spPr/>
        <p:txBody>
          <a:bodyPr/>
          <a:lstStyle/>
          <a:p>
            <a:fld id="{93FC91E9-BA21-4665-B569-3794335F89ED}" type="datetimeFigureOut">
              <a:rPr lang="zh-CN" altLang="en-US" smtClean="0"/>
              <a:t>2026/1/29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6526C87-8BF2-4EE6-A5B5-29351161E3D7}" type="slidenum">
              <a:rPr lang="zh-CN" altLang="en-US" smtClean="0"/>
              <a:t>‹#›</a:t>
            </a:fld>
            <a:endParaRPr lang="zh-CN" altLang="en-US"/>
          </a:p>
        </p:txBody>
      </p:sp>
    </p:spTree>
    <p:extLst>
      <p:ext uri="{BB962C8B-B14F-4D97-AF65-F5344CB8AC3E}">
        <p14:creationId xmlns:p14="http://schemas.microsoft.com/office/powerpoint/2010/main" val="3298111641"/>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9"/>
            <a:ext cx="7886700" cy="2852737"/>
          </a:xfrm>
        </p:spPr>
        <p:txBody>
          <a:bodyPr anchor="b"/>
          <a:lstStyle>
            <a:lvl1pPr>
              <a:defRPr sz="4500"/>
            </a:lvl1pPr>
          </a:lstStyle>
          <a:p>
            <a:r>
              <a:rPr lang="en-US" altLang="zh-CN"/>
              <a:t>Click to edit Master title style</a:t>
            </a:r>
            <a:endParaRPr lang="zh-CN" altLang="en-US"/>
          </a:p>
        </p:txBody>
      </p:sp>
      <p:sp>
        <p:nvSpPr>
          <p:cNvPr id="3" name="文本占位符 2"/>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ltLang="zh-CN"/>
              <a:t>Edit Master text styles</a:t>
            </a:r>
          </a:p>
        </p:txBody>
      </p:sp>
      <p:sp>
        <p:nvSpPr>
          <p:cNvPr id="4" name="日期占位符 3"/>
          <p:cNvSpPr>
            <a:spLocks noGrp="1"/>
          </p:cNvSpPr>
          <p:nvPr>
            <p:ph type="dt" sz="half" idx="10"/>
          </p:nvPr>
        </p:nvSpPr>
        <p:spPr/>
        <p:txBody>
          <a:bodyPr/>
          <a:lstStyle/>
          <a:p>
            <a:fld id="{93FC91E9-BA21-4665-B569-3794335F89ED}" type="datetimeFigureOut">
              <a:rPr lang="zh-CN" altLang="en-US" smtClean="0"/>
              <a:t>2026/1/29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6526C87-8BF2-4EE6-A5B5-29351161E3D7}" type="slidenum">
              <a:rPr lang="zh-CN" altLang="en-US" smtClean="0"/>
              <a:t>‹#›</a:t>
            </a:fld>
            <a:endParaRPr lang="zh-CN" altLang="en-US"/>
          </a:p>
        </p:txBody>
      </p:sp>
    </p:spTree>
    <p:extLst>
      <p:ext uri="{BB962C8B-B14F-4D97-AF65-F5344CB8AC3E}">
        <p14:creationId xmlns:p14="http://schemas.microsoft.com/office/powerpoint/2010/main" val="2805009060"/>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Click to edit Master title style</a:t>
            </a:r>
            <a:endParaRPr lang="zh-CN" altLang="en-US"/>
          </a:p>
        </p:txBody>
      </p:sp>
      <p:sp>
        <p:nvSpPr>
          <p:cNvPr id="3" name="内容占位符 2"/>
          <p:cNvSpPr>
            <a:spLocks noGrp="1"/>
          </p:cNvSpPr>
          <p:nvPr>
            <p:ph sz="half" idx="1"/>
          </p:nvPr>
        </p:nvSpPr>
        <p:spPr>
          <a:xfrm>
            <a:off x="628650" y="1825625"/>
            <a:ext cx="3886200" cy="4351338"/>
          </a:xfrm>
        </p:spPr>
        <p:txBody>
          <a:bodyPr/>
          <a:lstStyle/>
          <a:p>
            <a:pPr lvl="0"/>
            <a:r>
              <a:rPr lang="en-US" altLang="zh-CN"/>
              <a:t>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4" name="内容占位符 3"/>
          <p:cNvSpPr>
            <a:spLocks noGrp="1"/>
          </p:cNvSpPr>
          <p:nvPr>
            <p:ph sz="half" idx="2"/>
          </p:nvPr>
        </p:nvSpPr>
        <p:spPr>
          <a:xfrm>
            <a:off x="4629150" y="1825625"/>
            <a:ext cx="3886200" cy="4351338"/>
          </a:xfrm>
        </p:spPr>
        <p:txBody>
          <a:bodyPr/>
          <a:lstStyle/>
          <a:p>
            <a:pPr lvl="0"/>
            <a:r>
              <a:rPr lang="en-US" altLang="zh-CN"/>
              <a:t>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5" name="日期占位符 4"/>
          <p:cNvSpPr>
            <a:spLocks noGrp="1"/>
          </p:cNvSpPr>
          <p:nvPr>
            <p:ph type="dt" sz="half" idx="10"/>
          </p:nvPr>
        </p:nvSpPr>
        <p:spPr/>
        <p:txBody>
          <a:bodyPr/>
          <a:lstStyle/>
          <a:p>
            <a:fld id="{93FC91E9-BA21-4665-B569-3794335F89ED}" type="datetimeFigureOut">
              <a:rPr lang="zh-CN" altLang="en-US" smtClean="0"/>
              <a:t>2026/1/29</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D6526C87-8BF2-4EE6-A5B5-29351161E3D7}" type="slidenum">
              <a:rPr lang="zh-CN" altLang="en-US" smtClean="0"/>
              <a:t>‹#›</a:t>
            </a:fld>
            <a:endParaRPr lang="zh-CN" altLang="en-US"/>
          </a:p>
        </p:txBody>
      </p:sp>
    </p:spTree>
    <p:extLst>
      <p:ext uri="{BB962C8B-B14F-4D97-AF65-F5344CB8AC3E}">
        <p14:creationId xmlns:p14="http://schemas.microsoft.com/office/powerpoint/2010/main" val="3853875623"/>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6"/>
            <a:ext cx="7886700" cy="1325563"/>
          </a:xfrm>
        </p:spPr>
        <p:txBody>
          <a:bodyPr/>
          <a:lstStyle/>
          <a:p>
            <a:r>
              <a:rPr lang="en-US" altLang="zh-CN"/>
              <a:t>Click to edit Master title style</a:t>
            </a:r>
            <a:endParaRPr lang="zh-CN" altLang="en-US"/>
          </a:p>
        </p:txBody>
      </p:sp>
      <p:sp>
        <p:nvSpPr>
          <p:cNvPr id="3" name="文本占位符 2"/>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ltLang="zh-CN"/>
              <a:t>Edit Master text styles</a:t>
            </a:r>
          </a:p>
        </p:txBody>
      </p:sp>
      <p:sp>
        <p:nvSpPr>
          <p:cNvPr id="4" name="内容占位符 3"/>
          <p:cNvSpPr>
            <a:spLocks noGrp="1"/>
          </p:cNvSpPr>
          <p:nvPr>
            <p:ph sz="half" idx="2"/>
          </p:nvPr>
        </p:nvSpPr>
        <p:spPr>
          <a:xfrm>
            <a:off x="629842" y="2505075"/>
            <a:ext cx="3868340" cy="3684588"/>
          </a:xfrm>
        </p:spPr>
        <p:txBody>
          <a:bodyPr/>
          <a:lstStyle/>
          <a:p>
            <a:pPr lvl="0"/>
            <a:r>
              <a:rPr lang="en-US" altLang="zh-CN"/>
              <a:t>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5" name="文本占位符 4"/>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ltLang="zh-CN"/>
              <a:t>Edit Master text styles</a:t>
            </a:r>
          </a:p>
        </p:txBody>
      </p:sp>
      <p:sp>
        <p:nvSpPr>
          <p:cNvPr id="6" name="内容占位符 5"/>
          <p:cNvSpPr>
            <a:spLocks noGrp="1"/>
          </p:cNvSpPr>
          <p:nvPr>
            <p:ph sz="quarter" idx="4"/>
          </p:nvPr>
        </p:nvSpPr>
        <p:spPr>
          <a:xfrm>
            <a:off x="4629150" y="2505075"/>
            <a:ext cx="3887391" cy="3684588"/>
          </a:xfrm>
        </p:spPr>
        <p:txBody>
          <a:bodyPr/>
          <a:lstStyle/>
          <a:p>
            <a:pPr lvl="0"/>
            <a:r>
              <a:rPr lang="en-US" altLang="zh-CN"/>
              <a:t>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7" name="日期占位符 6"/>
          <p:cNvSpPr>
            <a:spLocks noGrp="1"/>
          </p:cNvSpPr>
          <p:nvPr>
            <p:ph type="dt" sz="half" idx="10"/>
          </p:nvPr>
        </p:nvSpPr>
        <p:spPr/>
        <p:txBody>
          <a:bodyPr/>
          <a:lstStyle/>
          <a:p>
            <a:fld id="{93FC91E9-BA21-4665-B569-3794335F89ED}" type="datetimeFigureOut">
              <a:rPr lang="zh-CN" altLang="en-US" smtClean="0"/>
              <a:t>2026/1/29</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D6526C87-8BF2-4EE6-A5B5-29351161E3D7}" type="slidenum">
              <a:rPr lang="zh-CN" altLang="en-US" smtClean="0"/>
              <a:t>‹#›</a:t>
            </a:fld>
            <a:endParaRPr lang="zh-CN" altLang="en-US"/>
          </a:p>
        </p:txBody>
      </p:sp>
    </p:spTree>
    <p:extLst>
      <p:ext uri="{BB962C8B-B14F-4D97-AF65-F5344CB8AC3E}">
        <p14:creationId xmlns:p14="http://schemas.microsoft.com/office/powerpoint/2010/main" val="954113074"/>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Click to edit Master title style</a:t>
            </a:r>
            <a:endParaRPr lang="zh-CN" altLang="en-US"/>
          </a:p>
        </p:txBody>
      </p:sp>
      <p:sp>
        <p:nvSpPr>
          <p:cNvPr id="3" name="日期占位符 2"/>
          <p:cNvSpPr>
            <a:spLocks noGrp="1"/>
          </p:cNvSpPr>
          <p:nvPr>
            <p:ph type="dt" sz="half" idx="10"/>
          </p:nvPr>
        </p:nvSpPr>
        <p:spPr/>
        <p:txBody>
          <a:bodyPr/>
          <a:lstStyle/>
          <a:p>
            <a:fld id="{93FC91E9-BA21-4665-B569-3794335F89ED}" type="datetimeFigureOut">
              <a:rPr lang="zh-CN" altLang="en-US" smtClean="0"/>
              <a:t>2026/1/29</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D6526C87-8BF2-4EE6-A5B5-29351161E3D7}" type="slidenum">
              <a:rPr lang="zh-CN" altLang="en-US" smtClean="0"/>
              <a:t>‹#›</a:t>
            </a:fld>
            <a:endParaRPr lang="zh-CN" altLang="en-US"/>
          </a:p>
        </p:txBody>
      </p:sp>
    </p:spTree>
    <p:extLst>
      <p:ext uri="{BB962C8B-B14F-4D97-AF65-F5344CB8AC3E}">
        <p14:creationId xmlns:p14="http://schemas.microsoft.com/office/powerpoint/2010/main" val="881653610"/>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93FC91E9-BA21-4665-B569-3794335F89ED}" type="datetimeFigureOut">
              <a:rPr lang="zh-CN" altLang="en-US" smtClean="0"/>
              <a:t>2026/1/29</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D6526C87-8BF2-4EE6-A5B5-29351161E3D7}" type="slidenum">
              <a:rPr lang="zh-CN" altLang="en-US" smtClean="0"/>
              <a:t>‹#›</a:t>
            </a:fld>
            <a:endParaRPr lang="zh-CN" altLang="en-US"/>
          </a:p>
        </p:txBody>
      </p:sp>
    </p:spTree>
    <p:extLst>
      <p:ext uri="{BB962C8B-B14F-4D97-AF65-F5344CB8AC3E}">
        <p14:creationId xmlns:p14="http://schemas.microsoft.com/office/powerpoint/2010/main" val="3789426227"/>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r>
              <a:rPr lang="en-US" altLang="zh-CN"/>
              <a:t>Click to edit Master title style</a:t>
            </a:r>
            <a:endParaRPr lang="zh-CN" altLang="en-US"/>
          </a:p>
        </p:txBody>
      </p:sp>
      <p:sp>
        <p:nvSpPr>
          <p:cNvPr id="3" name="内容占位符 2"/>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ltLang="zh-CN"/>
              <a:t>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ltLang="zh-CN"/>
              <a:t>Edit Master text styles</a:t>
            </a:r>
          </a:p>
        </p:txBody>
      </p:sp>
      <p:sp>
        <p:nvSpPr>
          <p:cNvPr id="5" name="日期占位符 4"/>
          <p:cNvSpPr>
            <a:spLocks noGrp="1"/>
          </p:cNvSpPr>
          <p:nvPr>
            <p:ph type="dt" sz="half" idx="10"/>
          </p:nvPr>
        </p:nvSpPr>
        <p:spPr/>
        <p:txBody>
          <a:bodyPr/>
          <a:lstStyle/>
          <a:p>
            <a:fld id="{93FC91E9-BA21-4665-B569-3794335F89ED}" type="datetimeFigureOut">
              <a:rPr lang="zh-CN" altLang="en-US" smtClean="0"/>
              <a:t>2026/1/29</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D6526C87-8BF2-4EE6-A5B5-29351161E3D7}" type="slidenum">
              <a:rPr lang="zh-CN" altLang="en-US" smtClean="0"/>
              <a:t>‹#›</a:t>
            </a:fld>
            <a:endParaRPr lang="zh-CN" altLang="en-US"/>
          </a:p>
        </p:txBody>
      </p:sp>
    </p:spTree>
    <p:extLst>
      <p:ext uri="{BB962C8B-B14F-4D97-AF65-F5344CB8AC3E}">
        <p14:creationId xmlns:p14="http://schemas.microsoft.com/office/powerpoint/2010/main" val="3543365706"/>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r>
              <a:rPr lang="en-US" altLang="zh-CN"/>
              <a:t>Click to edit Master title style</a:t>
            </a:r>
            <a:endParaRPr lang="zh-CN" altLang="en-US"/>
          </a:p>
        </p:txBody>
      </p:sp>
      <p:sp>
        <p:nvSpPr>
          <p:cNvPr id="3" name="图片占位符 2"/>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ltLang="zh-CN"/>
              <a:t>Click icon to add picture</a:t>
            </a:r>
            <a:endParaRPr lang="zh-CN" altLang="en-US"/>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ltLang="zh-CN"/>
              <a:t>Edit Master text styles</a:t>
            </a:r>
          </a:p>
        </p:txBody>
      </p:sp>
      <p:sp>
        <p:nvSpPr>
          <p:cNvPr id="5" name="日期占位符 4"/>
          <p:cNvSpPr>
            <a:spLocks noGrp="1"/>
          </p:cNvSpPr>
          <p:nvPr>
            <p:ph type="dt" sz="half" idx="10"/>
          </p:nvPr>
        </p:nvSpPr>
        <p:spPr/>
        <p:txBody>
          <a:bodyPr/>
          <a:lstStyle/>
          <a:p>
            <a:fld id="{93FC91E9-BA21-4665-B569-3794335F89ED}" type="datetimeFigureOut">
              <a:rPr lang="zh-CN" altLang="en-US" smtClean="0"/>
              <a:t>2026/1/29</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D6526C87-8BF2-4EE6-A5B5-29351161E3D7}" type="slidenum">
              <a:rPr lang="zh-CN" altLang="en-US" smtClean="0"/>
              <a:t>‹#›</a:t>
            </a:fld>
            <a:endParaRPr lang="zh-CN" altLang="en-US"/>
          </a:p>
        </p:txBody>
      </p:sp>
    </p:spTree>
    <p:extLst>
      <p:ext uri="{BB962C8B-B14F-4D97-AF65-F5344CB8AC3E}">
        <p14:creationId xmlns:p14="http://schemas.microsoft.com/office/powerpoint/2010/main" val="2610862003"/>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Click to edit Master title style</a:t>
            </a:r>
            <a:endParaRPr lang="zh-CN" altLang="en-US"/>
          </a:p>
        </p:txBody>
      </p:sp>
      <p:sp>
        <p:nvSpPr>
          <p:cNvPr id="3" name="竖排文字占位符 2"/>
          <p:cNvSpPr>
            <a:spLocks noGrp="1"/>
          </p:cNvSpPr>
          <p:nvPr>
            <p:ph type="body" orient="vert" idx="1"/>
          </p:nvPr>
        </p:nvSpPr>
        <p:spPr/>
        <p:txBody>
          <a:bodyPr vert="eaVert"/>
          <a:lstStyle/>
          <a:p>
            <a:pPr lvl="0"/>
            <a:r>
              <a:rPr lang="en-US" altLang="zh-CN"/>
              <a:t>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4" name="日期占位符 3"/>
          <p:cNvSpPr>
            <a:spLocks noGrp="1"/>
          </p:cNvSpPr>
          <p:nvPr>
            <p:ph type="dt" sz="half" idx="10"/>
          </p:nvPr>
        </p:nvSpPr>
        <p:spPr/>
        <p:txBody>
          <a:bodyPr/>
          <a:lstStyle/>
          <a:p>
            <a:fld id="{93FC91E9-BA21-4665-B569-3794335F89ED}" type="datetimeFigureOut">
              <a:rPr lang="zh-CN" altLang="en-US" smtClean="0"/>
              <a:t>2026/1/29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6526C87-8BF2-4EE6-A5B5-29351161E3D7}" type="slidenum">
              <a:rPr lang="zh-CN" altLang="en-US" smtClean="0"/>
              <a:t>‹#›</a:t>
            </a:fld>
            <a:endParaRPr lang="zh-CN" altLang="en-US"/>
          </a:p>
        </p:txBody>
      </p:sp>
    </p:spTree>
    <p:extLst>
      <p:ext uri="{BB962C8B-B14F-4D97-AF65-F5344CB8AC3E}">
        <p14:creationId xmlns:p14="http://schemas.microsoft.com/office/powerpoint/2010/main" val="1938472341"/>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43675" y="365125"/>
            <a:ext cx="1971675" cy="5811838"/>
          </a:xfrm>
        </p:spPr>
        <p:txBody>
          <a:bodyPr vert="eaVert"/>
          <a:lstStyle/>
          <a:p>
            <a:r>
              <a:rPr lang="en-US" altLang="zh-CN"/>
              <a:t>Click to edit Master title style</a:t>
            </a:r>
            <a:endParaRPr lang="zh-CN" altLang="en-US"/>
          </a:p>
        </p:txBody>
      </p:sp>
      <p:sp>
        <p:nvSpPr>
          <p:cNvPr id="3" name="竖排文字占位符 2"/>
          <p:cNvSpPr>
            <a:spLocks noGrp="1"/>
          </p:cNvSpPr>
          <p:nvPr>
            <p:ph type="body" orient="vert" idx="1"/>
          </p:nvPr>
        </p:nvSpPr>
        <p:spPr>
          <a:xfrm>
            <a:off x="628650" y="365125"/>
            <a:ext cx="5800725" cy="5811838"/>
          </a:xfrm>
        </p:spPr>
        <p:txBody>
          <a:bodyPr vert="eaVert"/>
          <a:lstStyle/>
          <a:p>
            <a:pPr lvl="0"/>
            <a:r>
              <a:rPr lang="en-US" altLang="zh-CN"/>
              <a:t>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4" name="日期占位符 3"/>
          <p:cNvSpPr>
            <a:spLocks noGrp="1"/>
          </p:cNvSpPr>
          <p:nvPr>
            <p:ph type="dt" sz="half" idx="10"/>
          </p:nvPr>
        </p:nvSpPr>
        <p:spPr/>
        <p:txBody>
          <a:bodyPr/>
          <a:lstStyle/>
          <a:p>
            <a:fld id="{93FC91E9-BA21-4665-B569-3794335F89ED}" type="datetimeFigureOut">
              <a:rPr lang="zh-CN" altLang="en-US" smtClean="0"/>
              <a:t>2026/1/29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6526C87-8BF2-4EE6-A5B5-29351161E3D7}" type="slidenum">
              <a:rPr lang="zh-CN" altLang="en-US" smtClean="0"/>
              <a:t>‹#›</a:t>
            </a:fld>
            <a:endParaRPr lang="zh-CN" altLang="en-US"/>
          </a:p>
        </p:txBody>
      </p:sp>
    </p:spTree>
    <p:extLst>
      <p:ext uri="{BB962C8B-B14F-4D97-AF65-F5344CB8AC3E}">
        <p14:creationId xmlns:p14="http://schemas.microsoft.com/office/powerpoint/2010/main" val="3616711724"/>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1_Icon sets layout">
    <p:spTree>
      <p:nvGrpSpPr>
        <p:cNvPr id="1" name=""/>
        <p:cNvGrpSpPr/>
        <p:nvPr/>
      </p:nvGrpSpPr>
      <p:grpSpPr>
        <a:xfrm>
          <a:off x="0" y="0"/>
          <a:ext cx="0" cy="0"/>
          <a:chOff x="0" y="0"/>
          <a:chExt cx="0" cy="0"/>
        </a:xfrm>
      </p:grpSpPr>
      <p:sp>
        <p:nvSpPr>
          <p:cNvPr id="2" name="Text Placeholder 9"/>
          <p:cNvSpPr>
            <a:spLocks noGrp="1"/>
          </p:cNvSpPr>
          <p:nvPr>
            <p:ph type="body" sz="quarter" idx="10" hasCustomPrompt="1"/>
          </p:nvPr>
        </p:nvSpPr>
        <p:spPr>
          <a:xfrm>
            <a:off x="242647" y="123478"/>
            <a:ext cx="8679898" cy="724247"/>
          </a:xfrm>
          <a:prstGeom prst="rect">
            <a:avLst/>
          </a:prstGeom>
        </p:spPr>
        <p:txBody>
          <a:bodyPr anchor="ctr"/>
          <a:lstStyle>
            <a:lvl1pPr marL="0" indent="0" algn="ctr">
              <a:buNone/>
              <a:defRPr sz="4050" b="0" baseline="0">
                <a:solidFill>
                  <a:schemeClr val="tx1">
                    <a:lumMod val="85000"/>
                    <a:lumOff val="15000"/>
                  </a:schemeClr>
                </a:solidFill>
                <a:latin typeface="+mj-lt"/>
                <a:cs typeface="Arial" panose="020B0604020202020204" pitchFamily="34" charset="0"/>
              </a:defRPr>
            </a:lvl1pPr>
          </a:lstStyle>
          <a:p>
            <a:pPr lvl="0"/>
            <a:r>
              <a:rPr lang="en-US" altLang="ko-KR" dirty="0"/>
              <a:t>Icon Sets Layout</a:t>
            </a:r>
          </a:p>
        </p:txBody>
      </p:sp>
      <p:sp>
        <p:nvSpPr>
          <p:cNvPr id="3" name="Rounded Rectangle 2"/>
          <p:cNvSpPr/>
          <p:nvPr userDrawn="1"/>
        </p:nvSpPr>
        <p:spPr>
          <a:xfrm>
            <a:off x="265508" y="1131592"/>
            <a:ext cx="2670575" cy="5402561"/>
          </a:xfrm>
          <a:prstGeom prst="roundRect">
            <a:avLst>
              <a:gd name="adj" fmla="val 3968"/>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013"/>
          </a:p>
        </p:txBody>
      </p:sp>
      <p:sp>
        <p:nvSpPr>
          <p:cNvPr id="4" name="Rounded Rectangle 3"/>
          <p:cNvSpPr/>
          <p:nvPr userDrawn="1"/>
        </p:nvSpPr>
        <p:spPr>
          <a:xfrm>
            <a:off x="398950" y="1347500"/>
            <a:ext cx="115401" cy="5015200"/>
          </a:xfrm>
          <a:prstGeom prst="roundRect">
            <a:avLst>
              <a:gd name="adj" fmla="val 50000"/>
            </a:avLst>
          </a:prstGeom>
          <a:solidFill>
            <a:schemeClr val="bg1">
              <a:alpha val="4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013">
              <a:solidFill>
                <a:schemeClr val="bg1"/>
              </a:solidFill>
            </a:endParaRPr>
          </a:p>
        </p:txBody>
      </p:sp>
      <p:sp>
        <p:nvSpPr>
          <p:cNvPr id="5" name="Half Frame 4"/>
          <p:cNvSpPr/>
          <p:nvPr userDrawn="1"/>
        </p:nvSpPr>
        <p:spPr>
          <a:xfrm rot="5400000">
            <a:off x="2207152" y="1362297"/>
            <a:ext cx="685849" cy="513861"/>
          </a:xfrm>
          <a:prstGeom prst="halfFrame">
            <a:avLst>
              <a:gd name="adj1" fmla="val 23728"/>
              <a:gd name="adj2" fmla="val 24642"/>
            </a:avLst>
          </a:prstGeom>
          <a:solidFill>
            <a:schemeClr val="bg1">
              <a:alpha val="2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013">
              <a:solidFill>
                <a:schemeClr val="tx1">
                  <a:lumMod val="85000"/>
                  <a:lumOff val="15000"/>
                </a:schemeClr>
              </a:solidFill>
            </a:endParaRPr>
          </a:p>
        </p:txBody>
      </p:sp>
      <p:sp>
        <p:nvSpPr>
          <p:cNvPr id="58" name="TextBox 57"/>
          <p:cNvSpPr txBox="1"/>
          <p:nvPr userDrawn="1"/>
        </p:nvSpPr>
        <p:spPr>
          <a:xfrm>
            <a:off x="533778" y="1691075"/>
            <a:ext cx="1674186" cy="415498"/>
          </a:xfrm>
          <a:prstGeom prst="rect">
            <a:avLst/>
          </a:prstGeom>
          <a:noFill/>
        </p:spPr>
        <p:txBody>
          <a:bodyPr wrap="square" rtlCol="0" anchor="ctr">
            <a:spAutoFit/>
          </a:bodyPr>
          <a:lstStyle/>
          <a:p>
            <a:r>
              <a:rPr lang="en-US" altLang="ko-KR" sz="1050" b="1" dirty="0">
                <a:solidFill>
                  <a:schemeClr val="bg1"/>
                </a:solidFill>
                <a:latin typeface="Arial" panose="020B0604020202020204" pitchFamily="34" charset="0"/>
                <a:cs typeface="Arial" panose="020B0604020202020204" pitchFamily="34" charset="0"/>
              </a:rPr>
              <a:t>You can Resize without losing quality</a:t>
            </a:r>
            <a:endParaRPr lang="ko-KR" altLang="en-US" sz="1050" b="1" dirty="0">
              <a:solidFill>
                <a:schemeClr val="bg1"/>
              </a:solidFill>
              <a:latin typeface="Arial" panose="020B0604020202020204" pitchFamily="34" charset="0"/>
              <a:cs typeface="Arial" panose="020B0604020202020204" pitchFamily="34" charset="0"/>
            </a:endParaRPr>
          </a:p>
        </p:txBody>
      </p:sp>
      <p:sp>
        <p:nvSpPr>
          <p:cNvPr id="59" name="TextBox 58"/>
          <p:cNvSpPr txBox="1"/>
          <p:nvPr userDrawn="1"/>
        </p:nvSpPr>
        <p:spPr>
          <a:xfrm>
            <a:off x="533778" y="2208255"/>
            <a:ext cx="1674186" cy="577081"/>
          </a:xfrm>
          <a:prstGeom prst="rect">
            <a:avLst/>
          </a:prstGeom>
          <a:noFill/>
        </p:spPr>
        <p:txBody>
          <a:bodyPr wrap="square" rtlCol="0" anchor="ctr">
            <a:spAutoFit/>
          </a:bodyPr>
          <a:lstStyle/>
          <a:p>
            <a:r>
              <a:rPr lang="en-US" altLang="ko-KR" sz="1050" b="1" dirty="0">
                <a:solidFill>
                  <a:schemeClr val="bg1"/>
                </a:solidFill>
                <a:latin typeface="Arial" panose="020B0604020202020204" pitchFamily="34" charset="0"/>
                <a:cs typeface="Arial" panose="020B0604020202020204" pitchFamily="34" charset="0"/>
              </a:rPr>
              <a:t>You can Change Fill Color &amp;</a:t>
            </a:r>
          </a:p>
          <a:p>
            <a:r>
              <a:rPr lang="en-US" altLang="ko-KR" sz="1050" b="1" dirty="0">
                <a:solidFill>
                  <a:schemeClr val="bg1"/>
                </a:solidFill>
                <a:latin typeface="Arial" panose="020B0604020202020204" pitchFamily="34" charset="0"/>
                <a:cs typeface="Arial" panose="020B0604020202020204" pitchFamily="34" charset="0"/>
              </a:rPr>
              <a:t>Line Color</a:t>
            </a:r>
            <a:endParaRPr lang="ko-KR" altLang="en-US" sz="1050" b="1" dirty="0">
              <a:solidFill>
                <a:schemeClr val="bg1"/>
              </a:solidFill>
              <a:latin typeface="Arial" panose="020B0604020202020204" pitchFamily="34" charset="0"/>
              <a:cs typeface="Arial" panose="020B0604020202020204" pitchFamily="34" charset="0"/>
            </a:endParaRPr>
          </a:p>
        </p:txBody>
      </p:sp>
      <p:sp>
        <p:nvSpPr>
          <p:cNvPr id="60" name="TextBox 59"/>
          <p:cNvSpPr txBox="1"/>
          <p:nvPr userDrawn="1"/>
        </p:nvSpPr>
        <p:spPr>
          <a:xfrm>
            <a:off x="540922" y="5835368"/>
            <a:ext cx="1674000" cy="253916"/>
          </a:xfrm>
          <a:prstGeom prst="rect">
            <a:avLst/>
          </a:prstGeom>
          <a:noFill/>
        </p:spPr>
        <p:txBody>
          <a:bodyPr wrap="square" rtlCol="0" anchor="ctr">
            <a:spAutoFit/>
          </a:bodyPr>
          <a:lstStyle/>
          <a:p>
            <a:r>
              <a:rPr lang="en-US" altLang="zh-CN" sz="1050" dirty="0">
                <a:solidFill>
                  <a:schemeClr val="bg1"/>
                </a:solidFill>
                <a:latin typeface="Arial" panose="020B0604020202020204" pitchFamily="34" charset="0"/>
                <a:cs typeface="Arial" panose="020B0604020202020204" pitchFamily="34" charset="0"/>
              </a:rPr>
              <a:t>www.freeppt7.com</a:t>
            </a:r>
            <a:endParaRPr lang="ko-KR" altLang="en-US" sz="1050" dirty="0">
              <a:solidFill>
                <a:schemeClr val="bg1"/>
              </a:solidFill>
              <a:latin typeface="Arial" panose="020B0604020202020204" pitchFamily="34" charset="0"/>
              <a:cs typeface="Arial" panose="020B0604020202020204" pitchFamily="34" charset="0"/>
            </a:endParaRPr>
          </a:p>
        </p:txBody>
      </p:sp>
      <p:sp>
        <p:nvSpPr>
          <p:cNvPr id="61" name="TextBox 60"/>
          <p:cNvSpPr txBox="1"/>
          <p:nvPr userDrawn="1"/>
        </p:nvSpPr>
        <p:spPr>
          <a:xfrm>
            <a:off x="540922" y="4611907"/>
            <a:ext cx="2037972" cy="1061829"/>
          </a:xfrm>
          <a:prstGeom prst="rect">
            <a:avLst/>
          </a:prstGeom>
          <a:noFill/>
        </p:spPr>
        <p:txBody>
          <a:bodyPr wrap="square" rtlCol="0" anchor="ctr">
            <a:spAutoFit/>
          </a:bodyPr>
          <a:lstStyle/>
          <a:p>
            <a:r>
              <a:rPr lang="en-US" altLang="ko-KR" sz="2100" b="1" dirty="0">
                <a:solidFill>
                  <a:schemeClr val="bg1"/>
                </a:solidFill>
                <a:latin typeface="+mn-lt"/>
                <a:ea typeface="+mn-ea"/>
                <a:cs typeface="Arial" panose="020B0604020202020204" pitchFamily="34" charset="0"/>
              </a:rPr>
              <a:t>FREE </a:t>
            </a:r>
          </a:p>
          <a:p>
            <a:r>
              <a:rPr lang="en-US" altLang="ko-KR" sz="2100" b="1" dirty="0">
                <a:solidFill>
                  <a:schemeClr val="bg1"/>
                </a:solidFill>
                <a:latin typeface="+mn-lt"/>
                <a:ea typeface="+mn-ea"/>
                <a:cs typeface="Arial" panose="020B0604020202020204" pitchFamily="34" charset="0"/>
              </a:rPr>
              <a:t>PPT TEMPLATES</a:t>
            </a:r>
          </a:p>
        </p:txBody>
      </p:sp>
    </p:spTree>
    <p:extLst>
      <p:ext uri="{BB962C8B-B14F-4D97-AF65-F5344CB8AC3E}">
        <p14:creationId xmlns:p14="http://schemas.microsoft.com/office/powerpoint/2010/main" val="1748837913"/>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2_Diseño personalizado">
    <p:spTree>
      <p:nvGrpSpPr>
        <p:cNvPr id="1" name=""/>
        <p:cNvGrpSpPr/>
        <p:nvPr/>
      </p:nvGrpSpPr>
      <p:grpSpPr>
        <a:xfrm>
          <a:off x="0" y="0"/>
          <a:ext cx="0" cy="0"/>
          <a:chOff x="0" y="0"/>
          <a:chExt cx="0" cy="0"/>
        </a:xfrm>
      </p:grpSpPr>
    </p:spTree>
    <p:extLst>
      <p:ext uri="{BB962C8B-B14F-4D97-AF65-F5344CB8AC3E}">
        <p14:creationId xmlns:p14="http://schemas.microsoft.com/office/powerpoint/2010/main" val="2637647284"/>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7" name="Picture 6" descr="SD-PanelTitle-GrommetsCombine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ctrTitle"/>
          </p:nvPr>
        </p:nvSpPr>
        <p:spPr>
          <a:xfrm>
            <a:off x="1921934" y="1811863"/>
            <a:ext cx="5308866" cy="1515533"/>
          </a:xfrm>
        </p:spPr>
        <p:txBody>
          <a:bodyPr anchor="b">
            <a:noAutofit/>
          </a:bodyPr>
          <a:lstStyle>
            <a:lvl1pPr algn="ctr">
              <a:defRPr sz="4800">
                <a:effectLst/>
              </a:defRPr>
            </a:lvl1pPr>
          </a:lstStyle>
          <a:p>
            <a:r>
              <a:rPr lang="en-US"/>
              <a:t>Click to edit Master title style</a:t>
            </a:r>
            <a:endParaRPr lang="en-US" dirty="0"/>
          </a:p>
        </p:txBody>
      </p:sp>
      <p:sp>
        <p:nvSpPr>
          <p:cNvPr id="3" name="Subtitle 2"/>
          <p:cNvSpPr>
            <a:spLocks noGrp="1"/>
          </p:cNvSpPr>
          <p:nvPr>
            <p:ph type="subTitle" idx="1"/>
          </p:nvPr>
        </p:nvSpPr>
        <p:spPr>
          <a:xfrm>
            <a:off x="1921934" y="3598327"/>
            <a:ext cx="5308866" cy="1377651"/>
          </a:xfrm>
        </p:spPr>
        <p:txBody>
          <a:bodyPr anchor="t">
            <a:normAutofit/>
          </a:bodyPr>
          <a:lstStyle>
            <a:lvl1pPr marL="0" indent="0" algn="ctr">
              <a:buNone/>
              <a:defRPr sz="20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6065417" y="5054602"/>
            <a:ext cx="673276" cy="279400"/>
          </a:xfrm>
        </p:spPr>
        <p:txBody>
          <a:bodyPr/>
          <a:lstStyle/>
          <a:p>
            <a:endParaRPr lang="en-US"/>
          </a:p>
        </p:txBody>
      </p:sp>
      <p:sp>
        <p:nvSpPr>
          <p:cNvPr id="5" name="Footer Placeholder 4"/>
          <p:cNvSpPr>
            <a:spLocks noGrp="1"/>
          </p:cNvSpPr>
          <p:nvPr>
            <p:ph type="ftr" sz="quarter" idx="11"/>
          </p:nvPr>
        </p:nvSpPr>
        <p:spPr>
          <a:xfrm>
            <a:off x="1921934" y="5054602"/>
            <a:ext cx="4064860" cy="279400"/>
          </a:xfrm>
        </p:spPr>
        <p:txBody>
          <a:bodyPr/>
          <a:lstStyle/>
          <a:p>
            <a:endParaRPr lang="en-US"/>
          </a:p>
        </p:txBody>
      </p:sp>
      <p:sp>
        <p:nvSpPr>
          <p:cNvPr id="6" name="Slide Number Placeholder 5"/>
          <p:cNvSpPr>
            <a:spLocks noGrp="1"/>
          </p:cNvSpPr>
          <p:nvPr>
            <p:ph type="sldNum" sz="quarter" idx="12"/>
          </p:nvPr>
        </p:nvSpPr>
        <p:spPr>
          <a:xfrm>
            <a:off x="6817317" y="5054602"/>
            <a:ext cx="413483" cy="279400"/>
          </a:xfrm>
        </p:spPr>
        <p:txBody>
          <a:bodyPr/>
          <a:lstStyle/>
          <a:p>
            <a:fld id="{AA84576A-4CDE-4FF4-9A8E-8B86AF061A0D}" type="slidenum">
              <a:rPr lang="en-US" smtClean="0"/>
              <a:pPr/>
              <a:t>‹#›</a:t>
            </a:fld>
            <a:endParaRPr lang="en-US"/>
          </a:p>
        </p:txBody>
      </p:sp>
      <p:cxnSp>
        <p:nvCxnSpPr>
          <p:cNvPr id="15" name="Straight Connector 14"/>
          <p:cNvCxnSpPr/>
          <p:nvPr/>
        </p:nvCxnSpPr>
        <p:spPr>
          <a:xfrm>
            <a:off x="2019825" y="3471329"/>
            <a:ext cx="5113083"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653425051"/>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1278466" y="2354670"/>
            <a:ext cx="6595533"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A84576A-4CDE-4FF4-9A8E-8B86AF061A0D}" type="slidenum">
              <a:rPr lang="en-US" smtClean="0"/>
              <a:pPr/>
              <a:t>‹#›</a:t>
            </a:fld>
            <a:endParaRPr lang="en-US"/>
          </a:p>
        </p:txBody>
      </p:sp>
    </p:spTree>
    <p:extLst>
      <p:ext uri="{BB962C8B-B14F-4D97-AF65-F5344CB8AC3E}">
        <p14:creationId xmlns:p14="http://schemas.microsoft.com/office/powerpoint/2010/main" val="2315373941"/>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78465" y="1641413"/>
            <a:ext cx="6595534" cy="1822514"/>
          </a:xfrm>
        </p:spPr>
        <p:txBody>
          <a:bodyPr anchor="b">
            <a:normAutofit/>
          </a:bodyPr>
          <a:lstStyle>
            <a:lvl1pPr algn="ct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278465" y="3734859"/>
            <a:ext cx="6595534" cy="1090015"/>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A84576A-4CDE-4FF4-9A8E-8B86AF061A0D}" type="slidenum">
              <a:rPr lang="en-US" smtClean="0"/>
              <a:pPr/>
              <a:t>‹#›</a:t>
            </a:fld>
            <a:endParaRPr lang="en-US"/>
          </a:p>
        </p:txBody>
      </p:sp>
      <p:cxnSp>
        <p:nvCxnSpPr>
          <p:cNvPr id="31" name="Straight Connector 30"/>
          <p:cNvCxnSpPr/>
          <p:nvPr/>
        </p:nvCxnSpPr>
        <p:spPr>
          <a:xfrm>
            <a:off x="1278466" y="3599392"/>
            <a:ext cx="6595533"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281168062"/>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8" name="Straight Connector 7"/>
          <p:cNvCxnSpPr/>
          <p:nvPr/>
        </p:nvCxnSpPr>
        <p:spPr>
          <a:xfrm>
            <a:off x="1278465" y="2356260"/>
            <a:ext cx="6595534"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79576" y="2487168"/>
            <a:ext cx="3337560" cy="3447288"/>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45152" y="2487168"/>
            <a:ext cx="3337560" cy="3447288"/>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A84576A-4CDE-4FF4-9A8E-8B86AF061A0D}" type="slidenum">
              <a:rPr lang="en-US" smtClean="0"/>
              <a:pPr/>
              <a:t>‹#›</a:t>
            </a:fld>
            <a:endParaRPr lang="en-US"/>
          </a:p>
        </p:txBody>
      </p:sp>
    </p:spTree>
    <p:extLst>
      <p:ext uri="{BB962C8B-B14F-4D97-AF65-F5344CB8AC3E}">
        <p14:creationId xmlns:p14="http://schemas.microsoft.com/office/powerpoint/2010/main" val="2497470919"/>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76868" y="2658533"/>
            <a:ext cx="3337560"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176868" y="3243262"/>
            <a:ext cx="3337560" cy="2706624"/>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41832" y="2658533"/>
            <a:ext cx="3337560"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4641832" y="3243262"/>
            <a:ext cx="3337560" cy="2706624"/>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A84576A-4CDE-4FF4-9A8E-8B86AF061A0D}" type="slidenum">
              <a:rPr lang="en-US" smtClean="0"/>
              <a:pPr/>
              <a:t>‹#›</a:t>
            </a:fld>
            <a:endParaRPr lang="en-US"/>
          </a:p>
        </p:txBody>
      </p:sp>
      <p:cxnSp>
        <p:nvCxnSpPr>
          <p:cNvPr id="41" name="Straight Connector 40"/>
          <p:cNvCxnSpPr/>
          <p:nvPr/>
        </p:nvCxnSpPr>
        <p:spPr>
          <a:xfrm>
            <a:off x="1278466" y="2354670"/>
            <a:ext cx="6595534"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996522986"/>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176865" y="915337"/>
            <a:ext cx="6798735" cy="1303867"/>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A84576A-4CDE-4FF4-9A8E-8B86AF061A0D}" type="slidenum">
              <a:rPr lang="en-US" smtClean="0"/>
              <a:pPr/>
              <a:t>‹#›</a:t>
            </a:fld>
            <a:endParaRPr lang="en-US"/>
          </a:p>
        </p:txBody>
      </p:sp>
      <p:cxnSp>
        <p:nvCxnSpPr>
          <p:cNvPr id="14" name="Straight Connector 13"/>
          <p:cNvCxnSpPr/>
          <p:nvPr/>
        </p:nvCxnSpPr>
        <p:spPr>
          <a:xfrm>
            <a:off x="1278466" y="2354670"/>
            <a:ext cx="6595534"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47682966"/>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A84576A-4CDE-4FF4-9A8E-8B86AF061A0D}" type="slidenum">
              <a:rPr lang="en-US" smtClean="0"/>
              <a:pPr/>
              <a:t>‹#›</a:t>
            </a:fld>
            <a:endParaRPr lang="en-US"/>
          </a:p>
        </p:txBody>
      </p:sp>
    </p:spTree>
    <p:extLst>
      <p:ext uri="{BB962C8B-B14F-4D97-AF65-F5344CB8AC3E}">
        <p14:creationId xmlns:p14="http://schemas.microsoft.com/office/powerpoint/2010/main" val="3589456161"/>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76865" y="1388534"/>
            <a:ext cx="2536798"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4120062" y="982132"/>
            <a:ext cx="3855539" cy="4893735"/>
          </a:xfrm>
        </p:spPr>
        <p:txBody>
          <a:bodyPr anchor="ct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76865" y="3031065"/>
            <a:ext cx="2536798"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A84576A-4CDE-4FF4-9A8E-8B86AF061A0D}" type="slidenum">
              <a:rPr lang="en-US" smtClean="0"/>
              <a:pPr/>
              <a:t>‹#›</a:t>
            </a:fld>
            <a:endParaRPr lang="en-US"/>
          </a:p>
        </p:txBody>
      </p:sp>
      <p:cxnSp>
        <p:nvCxnSpPr>
          <p:cNvPr id="16" name="Straight Connector 15"/>
          <p:cNvCxnSpPr/>
          <p:nvPr/>
        </p:nvCxnSpPr>
        <p:spPr>
          <a:xfrm>
            <a:off x="1278466" y="2912533"/>
            <a:ext cx="2333594"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596992014"/>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76865" y="1883832"/>
            <a:ext cx="3632202" cy="1371600"/>
          </a:xfrm>
        </p:spPr>
        <p:txBody>
          <a:bodyPr anchor="b">
            <a:normAutofit/>
          </a:bodyPr>
          <a:lstStyle>
            <a:lvl1pPr algn="ctr">
              <a:defRPr sz="2400" b="0"/>
            </a:lvl1pPr>
          </a:lstStyle>
          <a:p>
            <a:r>
              <a:rPr lang="en-US"/>
              <a:t>Click to edit Master title style</a:t>
            </a:r>
            <a:endParaRPr lang="en-US" dirty="0"/>
          </a:p>
        </p:txBody>
      </p:sp>
      <p:sp>
        <p:nvSpPr>
          <p:cNvPr id="17" name="Picture Placeholder 2"/>
          <p:cNvSpPr>
            <a:spLocks noGrp="1" noChangeAspect="1"/>
          </p:cNvSpPr>
          <p:nvPr>
            <p:ph type="pic" idx="1"/>
          </p:nvPr>
        </p:nvSpPr>
        <p:spPr>
          <a:xfrm>
            <a:off x="5183069" y="1032933"/>
            <a:ext cx="2929463" cy="4792136"/>
          </a:xfrm>
          <a:prstGeom prst="roundRect">
            <a:avLst>
              <a:gd name="adj" fmla="val 0"/>
            </a:avLst>
          </a:prstGeom>
          <a:ln w="57150" cmpd="thickThin">
            <a:solidFill>
              <a:schemeClr val="tx1">
                <a:lumMod val="50000"/>
                <a:lumOff val="5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76865" y="3255432"/>
            <a:ext cx="3632201" cy="1828800"/>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A84576A-4CDE-4FF4-9A8E-8B86AF061A0D}" type="slidenum">
              <a:rPr lang="en-US" smtClean="0"/>
              <a:pPr/>
              <a:t>‹#›</a:t>
            </a:fld>
            <a:endParaRPr lang="en-US"/>
          </a:p>
        </p:txBody>
      </p:sp>
    </p:spTree>
    <p:extLst>
      <p:ext uri="{BB962C8B-B14F-4D97-AF65-F5344CB8AC3E}">
        <p14:creationId xmlns:p14="http://schemas.microsoft.com/office/powerpoint/2010/main" val="276470609"/>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76866" y="4815415"/>
            <a:ext cx="6798734"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026260" y="1032933"/>
            <a:ext cx="7091482" cy="3361269"/>
          </a:xfrm>
          <a:prstGeom prst="roundRect">
            <a:avLst>
              <a:gd name="adj" fmla="val 0"/>
            </a:avLst>
          </a:prstGeom>
          <a:ln w="57150" cmpd="thickThin">
            <a:solidFill>
              <a:schemeClr val="tx1">
                <a:lumMod val="50000"/>
                <a:lumOff val="5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76866" y="5382153"/>
            <a:ext cx="6798734" cy="493712"/>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A84576A-4CDE-4FF4-9A8E-8B86AF061A0D}" type="slidenum">
              <a:rPr lang="en-US" smtClean="0"/>
              <a:pPr/>
              <a:t>‹#›</a:t>
            </a:fld>
            <a:endParaRPr lang="en-US"/>
          </a:p>
        </p:txBody>
      </p:sp>
    </p:spTree>
    <p:extLst>
      <p:ext uri="{BB962C8B-B14F-4D97-AF65-F5344CB8AC3E}">
        <p14:creationId xmlns:p14="http://schemas.microsoft.com/office/powerpoint/2010/main" val="3272538331"/>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76866" y="906873"/>
            <a:ext cx="6798734" cy="3097860"/>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176865" y="4275666"/>
            <a:ext cx="6798736" cy="1600202"/>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A84576A-4CDE-4FF4-9A8E-8B86AF061A0D}" type="slidenum">
              <a:rPr lang="en-US" smtClean="0"/>
              <a:pPr/>
              <a:t>‹#›</a:t>
            </a:fld>
            <a:endParaRPr lang="en-US"/>
          </a:p>
        </p:txBody>
      </p:sp>
      <p:cxnSp>
        <p:nvCxnSpPr>
          <p:cNvPr id="15" name="Straight Connector 14"/>
          <p:cNvCxnSpPr/>
          <p:nvPr/>
        </p:nvCxnSpPr>
        <p:spPr>
          <a:xfrm>
            <a:off x="1278465" y="4140199"/>
            <a:ext cx="6606425"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200746900"/>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334333" y="982132"/>
            <a:ext cx="6400250" cy="2370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600200" y="3352799"/>
            <a:ext cx="5892798" cy="651933"/>
          </a:xfrm>
        </p:spPr>
        <p:txBody>
          <a:bodyPr anchor="ctr">
            <a:normAutofit/>
          </a:bodyPr>
          <a:lstStyle>
            <a:lvl1pPr marL="0" indent="0" algn="r">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1176863" y="4343400"/>
            <a:ext cx="6798738"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A84576A-4CDE-4FF4-9A8E-8B86AF061A0D}" type="slidenum">
              <a:rPr lang="en-US" smtClean="0"/>
              <a:pPr/>
              <a:t>‹#›</a:t>
            </a:fld>
            <a:endParaRPr lang="en-US"/>
          </a:p>
        </p:txBody>
      </p:sp>
      <p:sp>
        <p:nvSpPr>
          <p:cNvPr id="14" name="TextBox 13"/>
          <p:cNvSpPr txBox="1"/>
          <p:nvPr/>
        </p:nvSpPr>
        <p:spPr>
          <a:xfrm>
            <a:off x="849969" y="905362"/>
            <a:ext cx="457319" cy="584776"/>
          </a:xfrm>
          <a:prstGeom prst="rect">
            <a:avLst/>
          </a:prstGeom>
        </p:spPr>
        <p:txBody>
          <a:bodyPr vert="horz" lIns="91440" tIns="45720" rIns="91440" bIns="45720" rtlCol="0" anchor="ctr">
            <a:noAutofit/>
          </a:bodyPr>
          <a:lstStyle/>
          <a:p>
            <a:pPr lvl="0"/>
            <a:r>
              <a:rPr lang="en-US" sz="7200" dirty="0">
                <a:solidFill>
                  <a:schemeClr val="tx1"/>
                </a:solidFill>
                <a:effectLst/>
              </a:rPr>
              <a:t>“</a:t>
            </a:r>
          </a:p>
        </p:txBody>
      </p:sp>
      <p:sp>
        <p:nvSpPr>
          <p:cNvPr id="15" name="TextBox 14"/>
          <p:cNvSpPr txBox="1"/>
          <p:nvPr/>
        </p:nvSpPr>
        <p:spPr>
          <a:xfrm>
            <a:off x="7633503" y="2827870"/>
            <a:ext cx="457319" cy="584776"/>
          </a:xfrm>
          <a:prstGeom prst="rect">
            <a:avLst/>
          </a:prstGeom>
        </p:spPr>
        <p:txBody>
          <a:bodyPr vert="horz" lIns="91440" tIns="45720" rIns="91440" bIns="45720" rtlCol="0" anchor="ctr">
            <a:noAutofit/>
          </a:bodyPr>
          <a:lstStyle/>
          <a:p>
            <a:pPr lvl="0" algn="r"/>
            <a:r>
              <a:rPr lang="en-US" sz="7200" dirty="0">
                <a:solidFill>
                  <a:schemeClr val="tx1"/>
                </a:solidFill>
                <a:effectLst/>
              </a:rPr>
              <a:t>”</a:t>
            </a:r>
          </a:p>
        </p:txBody>
      </p:sp>
      <p:cxnSp>
        <p:nvCxnSpPr>
          <p:cNvPr id="19" name="Straight Connector 18"/>
          <p:cNvCxnSpPr/>
          <p:nvPr/>
        </p:nvCxnSpPr>
        <p:spPr>
          <a:xfrm>
            <a:off x="1278466" y="4140199"/>
            <a:ext cx="6595534"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029038007"/>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76869" y="3308581"/>
            <a:ext cx="6798728"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176868" y="4777381"/>
            <a:ext cx="6798730" cy="8604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A84576A-4CDE-4FF4-9A8E-8B86AF061A0D}" type="slidenum">
              <a:rPr lang="en-US" smtClean="0"/>
              <a:pPr/>
              <a:t>‹#›</a:t>
            </a:fld>
            <a:endParaRPr lang="en-US"/>
          </a:p>
        </p:txBody>
      </p:sp>
    </p:spTree>
    <p:extLst>
      <p:ext uri="{BB962C8B-B14F-4D97-AF65-F5344CB8AC3E}">
        <p14:creationId xmlns:p14="http://schemas.microsoft.com/office/powerpoint/2010/main" val="3666499591"/>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409416" y="982132"/>
            <a:ext cx="6325168" cy="2243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4" name="Text Placeholder 2"/>
          <p:cNvSpPr>
            <a:spLocks noGrp="1"/>
          </p:cNvSpPr>
          <p:nvPr>
            <p:ph type="body" idx="13"/>
          </p:nvPr>
        </p:nvSpPr>
        <p:spPr>
          <a:xfrm>
            <a:off x="1176868" y="3639312"/>
            <a:ext cx="6798730" cy="886968"/>
          </a:xfrm>
        </p:spPr>
        <p:txBody>
          <a:bodyPr anchor="b">
            <a:normAutofit/>
          </a:bodyPr>
          <a:lstStyle>
            <a:lvl1pPr marL="0" indent="0" algn="l">
              <a:spcBef>
                <a:spcPts val="0"/>
              </a:spcBef>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3" name="Text Placeholder 2"/>
          <p:cNvSpPr>
            <a:spLocks noGrp="1"/>
          </p:cNvSpPr>
          <p:nvPr>
            <p:ph type="body" idx="1"/>
          </p:nvPr>
        </p:nvSpPr>
        <p:spPr>
          <a:xfrm>
            <a:off x="1176865" y="4529667"/>
            <a:ext cx="6798736" cy="1346200"/>
          </a:xfrm>
        </p:spPr>
        <p:txBody>
          <a:bodyPr anchor="t">
            <a:normAutofit/>
          </a:bodyPr>
          <a:lstStyle>
            <a:lvl1pPr marL="0" indent="0" algn="l">
              <a:buNone/>
              <a:defRPr sz="1600">
                <a:solidFill>
                  <a:schemeClr val="tx1"/>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A84576A-4CDE-4FF4-9A8E-8B86AF061A0D}" type="slidenum">
              <a:rPr lang="en-US" smtClean="0"/>
              <a:pPr/>
              <a:t>‹#›</a:t>
            </a:fld>
            <a:endParaRPr lang="en-US"/>
          </a:p>
        </p:txBody>
      </p:sp>
      <p:sp>
        <p:nvSpPr>
          <p:cNvPr id="12" name="TextBox 11"/>
          <p:cNvSpPr txBox="1"/>
          <p:nvPr/>
        </p:nvSpPr>
        <p:spPr>
          <a:xfrm>
            <a:off x="878060" y="896895"/>
            <a:ext cx="457319"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3" name="TextBox 12"/>
          <p:cNvSpPr txBox="1"/>
          <p:nvPr/>
        </p:nvSpPr>
        <p:spPr>
          <a:xfrm>
            <a:off x="7649796" y="2607728"/>
            <a:ext cx="457319"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26" name="Straight Connector 25"/>
          <p:cNvCxnSpPr/>
          <p:nvPr/>
        </p:nvCxnSpPr>
        <p:spPr>
          <a:xfrm>
            <a:off x="1278466" y="3429000"/>
            <a:ext cx="6595534"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444493865"/>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176865" y="982131"/>
            <a:ext cx="6798734" cy="2294467"/>
          </a:xfrm>
        </p:spPr>
        <p:txBody>
          <a:bodyPr vert="horz" lIns="91440" tIns="45720" rIns="91440" bIns="45720" rtlCol="0" anchor="ctr">
            <a:normAutofit/>
          </a:bodyPr>
          <a:lstStyle>
            <a:lvl1pPr>
              <a:defRPr lang="en-US" sz="3200" b="0" dirty="0"/>
            </a:lvl1pPr>
          </a:lstStyle>
          <a:p>
            <a:pPr marL="0" lvl="0"/>
            <a:r>
              <a:rPr lang="en-US"/>
              <a:t>Click to edit Master title style</a:t>
            </a:r>
            <a:endParaRPr lang="en-US" dirty="0"/>
          </a:p>
        </p:txBody>
      </p:sp>
      <p:sp>
        <p:nvSpPr>
          <p:cNvPr id="11" name="Text Placeholder 2"/>
          <p:cNvSpPr>
            <a:spLocks noGrp="1"/>
          </p:cNvSpPr>
          <p:nvPr>
            <p:ph type="body" idx="13"/>
          </p:nvPr>
        </p:nvSpPr>
        <p:spPr>
          <a:xfrm>
            <a:off x="1176868" y="3566160"/>
            <a:ext cx="6798730" cy="905256"/>
          </a:xfrm>
        </p:spPr>
        <p:txBody>
          <a:bodyPr anchor="b">
            <a:normAutofit/>
          </a:bodyPr>
          <a:lstStyle>
            <a:lvl1pPr marL="0" indent="0" algn="l">
              <a:spcBef>
                <a:spcPts val="0"/>
              </a:spcBef>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3" name="Text Placeholder 2"/>
          <p:cNvSpPr>
            <a:spLocks noGrp="1"/>
          </p:cNvSpPr>
          <p:nvPr>
            <p:ph type="body" idx="1"/>
          </p:nvPr>
        </p:nvSpPr>
        <p:spPr>
          <a:xfrm>
            <a:off x="1176866" y="4470400"/>
            <a:ext cx="6798734" cy="1405467"/>
          </a:xfrm>
        </p:spPr>
        <p:txBody>
          <a:bodyPr anchor="t">
            <a:normAutofit/>
          </a:bodyPr>
          <a:lstStyle>
            <a:lvl1pPr marL="0" indent="0" algn="l">
              <a:buNone/>
              <a:defRPr sz="1600">
                <a:solidFill>
                  <a:schemeClr val="tx1"/>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A84576A-4CDE-4FF4-9A8E-8B86AF061A0D}" type="slidenum">
              <a:rPr lang="en-US" smtClean="0"/>
              <a:pPr/>
              <a:t>‹#›</a:t>
            </a:fld>
            <a:endParaRPr lang="en-US"/>
          </a:p>
        </p:txBody>
      </p:sp>
      <p:cxnSp>
        <p:nvCxnSpPr>
          <p:cNvPr id="15" name="Straight Connector 14"/>
          <p:cNvCxnSpPr/>
          <p:nvPr/>
        </p:nvCxnSpPr>
        <p:spPr>
          <a:xfrm>
            <a:off x="1278469" y="3429000"/>
            <a:ext cx="6606421"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232114260"/>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176865" y="2490135"/>
            <a:ext cx="6798736" cy="3385733"/>
          </a:xfrm>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A84576A-4CDE-4FF4-9A8E-8B86AF061A0D}" type="slidenum">
              <a:rPr lang="en-US" smtClean="0"/>
              <a:pPr/>
              <a:t>‹#›</a:t>
            </a:fld>
            <a:endParaRPr lang="en-US"/>
          </a:p>
        </p:txBody>
      </p:sp>
      <p:cxnSp>
        <p:nvCxnSpPr>
          <p:cNvPr id="14" name="Straight Connector 13"/>
          <p:cNvCxnSpPr/>
          <p:nvPr/>
        </p:nvCxnSpPr>
        <p:spPr>
          <a:xfrm>
            <a:off x="1278466" y="2354670"/>
            <a:ext cx="6606424"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384014315"/>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356667" y="906873"/>
            <a:ext cx="1618930" cy="4968995"/>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76867" y="906873"/>
            <a:ext cx="4915509" cy="4968993"/>
          </a:xfrm>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A84576A-4CDE-4FF4-9A8E-8B86AF061A0D}" type="slidenum">
              <a:rPr lang="en-US" smtClean="0"/>
              <a:pPr/>
              <a:t>‹#›</a:t>
            </a:fld>
            <a:endParaRPr lang="en-US"/>
          </a:p>
        </p:txBody>
      </p:sp>
      <p:cxnSp>
        <p:nvCxnSpPr>
          <p:cNvPr id="14" name="Straight Connector 13"/>
          <p:cNvCxnSpPr/>
          <p:nvPr/>
        </p:nvCxnSpPr>
        <p:spPr>
          <a:xfrm>
            <a:off x="6245512" y="906873"/>
            <a:ext cx="0" cy="4968993"/>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75874265"/>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type="tbl">
  <p:cSld name="タイトルと表">
    <p:spTree>
      <p:nvGrpSpPr>
        <p:cNvPr id="1" name=""/>
        <p:cNvGrpSpPr/>
        <p:nvPr/>
      </p:nvGrpSpPr>
      <p:grpSpPr>
        <a:xfrm>
          <a:off x="0" y="0"/>
          <a:ext cx="0" cy="0"/>
          <a:chOff x="0" y="0"/>
          <a:chExt cx="0" cy="0"/>
        </a:xfrm>
      </p:grpSpPr>
      <p:sp>
        <p:nvSpPr>
          <p:cNvPr id="2" name="タイトル 1"/>
          <p:cNvSpPr>
            <a:spLocks noGrp="1"/>
          </p:cNvSpPr>
          <p:nvPr>
            <p:ph type="title"/>
          </p:nvPr>
        </p:nvSpPr>
        <p:spPr>
          <a:xfrm>
            <a:off x="762000" y="457200"/>
            <a:ext cx="7772400" cy="838200"/>
          </a:xfrm>
        </p:spPr>
        <p:txBody>
          <a:bodyPr/>
          <a:lstStyle/>
          <a:p>
            <a:r>
              <a:rPr lang="ja-JP" altLang="en-US"/>
              <a:t>マスタ タイトルの書式設定</a:t>
            </a:r>
          </a:p>
        </p:txBody>
      </p:sp>
      <p:sp>
        <p:nvSpPr>
          <p:cNvPr id="3" name="表プレースホルダ 2"/>
          <p:cNvSpPr>
            <a:spLocks noGrp="1"/>
          </p:cNvSpPr>
          <p:nvPr>
            <p:ph type="tbl" idx="1"/>
          </p:nvPr>
        </p:nvSpPr>
        <p:spPr>
          <a:xfrm>
            <a:off x="685800" y="1524000"/>
            <a:ext cx="7772400" cy="4572000"/>
          </a:xfrm>
        </p:spPr>
        <p:txBody>
          <a:bodyPr/>
          <a:lstStyle/>
          <a:p>
            <a:endParaRPr lang="ja-JP" altLang="en-US"/>
          </a:p>
        </p:txBody>
      </p:sp>
      <p:sp>
        <p:nvSpPr>
          <p:cNvPr id="4" name="日付プレースホルダ 3"/>
          <p:cNvSpPr>
            <a:spLocks noGrp="1"/>
          </p:cNvSpPr>
          <p:nvPr>
            <p:ph type="dt" sz="half" idx="10"/>
          </p:nvPr>
        </p:nvSpPr>
        <p:spPr>
          <a:xfrm>
            <a:off x="685800" y="6248400"/>
            <a:ext cx="1905000" cy="457200"/>
          </a:xfrm>
        </p:spPr>
        <p:txBody>
          <a:bodyPr/>
          <a:lstStyle>
            <a:lvl1pPr>
              <a:defRPr/>
            </a:lvl1pPr>
          </a:lstStyle>
          <a:p>
            <a:endParaRPr lang="en-US" altLang="ja-JP"/>
          </a:p>
        </p:txBody>
      </p:sp>
      <p:sp>
        <p:nvSpPr>
          <p:cNvPr id="5" name="フッター プレースホルダ 4"/>
          <p:cNvSpPr>
            <a:spLocks noGrp="1"/>
          </p:cNvSpPr>
          <p:nvPr>
            <p:ph type="ftr" sz="quarter" idx="11"/>
          </p:nvPr>
        </p:nvSpPr>
        <p:spPr>
          <a:xfrm>
            <a:off x="3124200" y="6248400"/>
            <a:ext cx="2895600" cy="457200"/>
          </a:xfrm>
        </p:spPr>
        <p:txBody>
          <a:bodyPr/>
          <a:lstStyle>
            <a:lvl1pPr>
              <a:defRPr/>
            </a:lvl1pPr>
          </a:lstStyle>
          <a:p>
            <a:r>
              <a:rPr lang="en-US" altLang="ja-JP"/>
              <a:t>CENG 213 Data Structures</a:t>
            </a:r>
          </a:p>
        </p:txBody>
      </p:sp>
      <p:sp>
        <p:nvSpPr>
          <p:cNvPr id="6" name="スライド番号プレースホルダ 5"/>
          <p:cNvSpPr>
            <a:spLocks noGrp="1"/>
          </p:cNvSpPr>
          <p:nvPr>
            <p:ph type="sldNum" sz="quarter" idx="12"/>
          </p:nvPr>
        </p:nvSpPr>
        <p:spPr>
          <a:xfrm>
            <a:off x="6553200" y="6248400"/>
            <a:ext cx="1905000" cy="457200"/>
          </a:xfrm>
        </p:spPr>
        <p:txBody>
          <a:bodyPr/>
          <a:lstStyle>
            <a:lvl1pPr>
              <a:defRPr/>
            </a:lvl1pPr>
          </a:lstStyle>
          <a:p>
            <a:fld id="{D1E99BBF-C42F-4C37-80A1-BC551DFDA45B}" type="slidenum">
              <a:rPr lang="en-US" altLang="ja-JP"/>
              <a:pPr/>
              <a:t>‹#›</a:t>
            </a:fld>
            <a:endParaRPr lang="en-US" altLang="ja-JP"/>
          </a:p>
        </p:txBody>
      </p:sp>
    </p:spTree>
    <p:extLst>
      <p:ext uri="{BB962C8B-B14F-4D97-AF65-F5344CB8AC3E}">
        <p14:creationId xmlns:p14="http://schemas.microsoft.com/office/powerpoint/2010/main" val="18207033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6.xml"/><Relationship Id="rId2" Type="http://schemas.openxmlformats.org/officeDocument/2006/relationships/slideLayout" Target="../slideLayouts/slideLayout15.xml"/><Relationship Id="rId1" Type="http://schemas.openxmlformats.org/officeDocument/2006/relationships/slideLayout" Target="../slideLayouts/slideLayout14.xml"/><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4.xml"/><Relationship Id="rId13" Type="http://schemas.openxmlformats.org/officeDocument/2006/relationships/slideLayout" Target="../slideLayouts/slideLayout29.xml"/><Relationship Id="rId18" Type="http://schemas.openxmlformats.org/officeDocument/2006/relationships/slideLayout" Target="../slideLayouts/slideLayout34.xml"/><Relationship Id="rId26" Type="http://schemas.openxmlformats.org/officeDocument/2006/relationships/slideLayout" Target="../slideLayouts/slideLayout42.xml"/><Relationship Id="rId3" Type="http://schemas.openxmlformats.org/officeDocument/2006/relationships/slideLayout" Target="../slideLayouts/slideLayout19.xml"/><Relationship Id="rId21" Type="http://schemas.openxmlformats.org/officeDocument/2006/relationships/slideLayout" Target="../slideLayouts/slideLayout37.xml"/><Relationship Id="rId7" Type="http://schemas.openxmlformats.org/officeDocument/2006/relationships/slideLayout" Target="../slideLayouts/slideLayout23.xml"/><Relationship Id="rId12" Type="http://schemas.openxmlformats.org/officeDocument/2006/relationships/slideLayout" Target="../slideLayouts/slideLayout28.xml"/><Relationship Id="rId17" Type="http://schemas.openxmlformats.org/officeDocument/2006/relationships/slideLayout" Target="../slideLayouts/slideLayout33.xml"/><Relationship Id="rId25" Type="http://schemas.openxmlformats.org/officeDocument/2006/relationships/slideLayout" Target="../slideLayouts/slideLayout41.xml"/><Relationship Id="rId2" Type="http://schemas.openxmlformats.org/officeDocument/2006/relationships/slideLayout" Target="../slideLayouts/slideLayout18.xml"/><Relationship Id="rId16" Type="http://schemas.openxmlformats.org/officeDocument/2006/relationships/slideLayout" Target="../slideLayouts/slideLayout32.xml"/><Relationship Id="rId20" Type="http://schemas.openxmlformats.org/officeDocument/2006/relationships/slideLayout" Target="../slideLayouts/slideLayout36.xml"/><Relationship Id="rId29" Type="http://schemas.openxmlformats.org/officeDocument/2006/relationships/theme" Target="../theme/theme3.xml"/><Relationship Id="rId1" Type="http://schemas.openxmlformats.org/officeDocument/2006/relationships/slideLayout" Target="../slideLayouts/slideLayout17.xml"/><Relationship Id="rId6" Type="http://schemas.openxmlformats.org/officeDocument/2006/relationships/slideLayout" Target="../slideLayouts/slideLayout22.xml"/><Relationship Id="rId11" Type="http://schemas.openxmlformats.org/officeDocument/2006/relationships/slideLayout" Target="../slideLayouts/slideLayout27.xml"/><Relationship Id="rId24" Type="http://schemas.openxmlformats.org/officeDocument/2006/relationships/slideLayout" Target="../slideLayouts/slideLayout40.xml"/><Relationship Id="rId5" Type="http://schemas.openxmlformats.org/officeDocument/2006/relationships/slideLayout" Target="../slideLayouts/slideLayout21.xml"/><Relationship Id="rId15" Type="http://schemas.openxmlformats.org/officeDocument/2006/relationships/slideLayout" Target="../slideLayouts/slideLayout31.xml"/><Relationship Id="rId23" Type="http://schemas.openxmlformats.org/officeDocument/2006/relationships/slideLayout" Target="../slideLayouts/slideLayout39.xml"/><Relationship Id="rId28" Type="http://schemas.openxmlformats.org/officeDocument/2006/relationships/slideLayout" Target="../slideLayouts/slideLayout44.xml"/><Relationship Id="rId10" Type="http://schemas.openxmlformats.org/officeDocument/2006/relationships/slideLayout" Target="../slideLayouts/slideLayout26.xml"/><Relationship Id="rId19" Type="http://schemas.openxmlformats.org/officeDocument/2006/relationships/slideLayout" Target="../slideLayouts/slideLayout35.xml"/><Relationship Id="rId4" Type="http://schemas.openxmlformats.org/officeDocument/2006/relationships/slideLayout" Target="../slideLayouts/slideLayout20.xml"/><Relationship Id="rId9" Type="http://schemas.openxmlformats.org/officeDocument/2006/relationships/slideLayout" Target="../slideLayouts/slideLayout25.xml"/><Relationship Id="rId14" Type="http://schemas.openxmlformats.org/officeDocument/2006/relationships/slideLayout" Target="../slideLayouts/slideLayout30.xml"/><Relationship Id="rId22" Type="http://schemas.openxmlformats.org/officeDocument/2006/relationships/slideLayout" Target="../slideLayouts/slideLayout38.xml"/><Relationship Id="rId27" Type="http://schemas.openxmlformats.org/officeDocument/2006/relationships/slideLayout" Target="../slideLayouts/slideLayout43.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52.xml"/><Relationship Id="rId13" Type="http://schemas.openxmlformats.org/officeDocument/2006/relationships/slideLayout" Target="../slideLayouts/slideLayout57.xml"/><Relationship Id="rId3" Type="http://schemas.openxmlformats.org/officeDocument/2006/relationships/slideLayout" Target="../slideLayouts/slideLayout47.xml"/><Relationship Id="rId7" Type="http://schemas.openxmlformats.org/officeDocument/2006/relationships/slideLayout" Target="../slideLayouts/slideLayout51.xml"/><Relationship Id="rId12" Type="http://schemas.openxmlformats.org/officeDocument/2006/relationships/slideLayout" Target="../slideLayouts/slideLayout56.xml"/><Relationship Id="rId2" Type="http://schemas.openxmlformats.org/officeDocument/2006/relationships/slideLayout" Target="../slideLayouts/slideLayout46.xml"/><Relationship Id="rId16" Type="http://schemas.openxmlformats.org/officeDocument/2006/relationships/theme" Target="../theme/theme4.xml"/><Relationship Id="rId1" Type="http://schemas.openxmlformats.org/officeDocument/2006/relationships/slideLayout" Target="../slideLayouts/slideLayout45.xml"/><Relationship Id="rId6" Type="http://schemas.openxmlformats.org/officeDocument/2006/relationships/slideLayout" Target="../slideLayouts/slideLayout50.xml"/><Relationship Id="rId11" Type="http://schemas.openxmlformats.org/officeDocument/2006/relationships/slideLayout" Target="../slideLayouts/slideLayout55.xml"/><Relationship Id="rId5" Type="http://schemas.openxmlformats.org/officeDocument/2006/relationships/slideLayout" Target="../slideLayouts/slideLayout49.xml"/><Relationship Id="rId15" Type="http://schemas.openxmlformats.org/officeDocument/2006/relationships/slideLayout" Target="../slideLayouts/slideLayout59.xml"/><Relationship Id="rId10" Type="http://schemas.openxmlformats.org/officeDocument/2006/relationships/slideLayout" Target="../slideLayouts/slideLayout54.xml"/><Relationship Id="rId4" Type="http://schemas.openxmlformats.org/officeDocument/2006/relationships/slideLayout" Target="../slideLayouts/slideLayout48.xml"/><Relationship Id="rId9" Type="http://schemas.openxmlformats.org/officeDocument/2006/relationships/slideLayout" Target="../slideLayouts/slideLayout53.xml"/><Relationship Id="rId14" Type="http://schemas.openxmlformats.org/officeDocument/2006/relationships/slideLayout" Target="../slideLayouts/slideLayout58.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67.xml"/><Relationship Id="rId13" Type="http://schemas.openxmlformats.org/officeDocument/2006/relationships/slideLayout" Target="../slideLayouts/slideLayout72.xml"/><Relationship Id="rId18" Type="http://schemas.openxmlformats.org/officeDocument/2006/relationships/slideLayout" Target="../slideLayouts/slideLayout77.xml"/><Relationship Id="rId3" Type="http://schemas.openxmlformats.org/officeDocument/2006/relationships/slideLayout" Target="../slideLayouts/slideLayout62.xml"/><Relationship Id="rId7" Type="http://schemas.openxmlformats.org/officeDocument/2006/relationships/slideLayout" Target="../slideLayouts/slideLayout66.xml"/><Relationship Id="rId12" Type="http://schemas.openxmlformats.org/officeDocument/2006/relationships/slideLayout" Target="../slideLayouts/slideLayout71.xml"/><Relationship Id="rId17" Type="http://schemas.openxmlformats.org/officeDocument/2006/relationships/slideLayout" Target="../slideLayouts/slideLayout76.xml"/><Relationship Id="rId2" Type="http://schemas.openxmlformats.org/officeDocument/2006/relationships/slideLayout" Target="../slideLayouts/slideLayout61.xml"/><Relationship Id="rId16" Type="http://schemas.openxmlformats.org/officeDocument/2006/relationships/slideLayout" Target="../slideLayouts/slideLayout75.xml"/><Relationship Id="rId20" Type="http://schemas.openxmlformats.org/officeDocument/2006/relationships/image" Target="../media/image4.png"/><Relationship Id="rId1" Type="http://schemas.openxmlformats.org/officeDocument/2006/relationships/slideLayout" Target="../slideLayouts/slideLayout60.xml"/><Relationship Id="rId6" Type="http://schemas.openxmlformats.org/officeDocument/2006/relationships/slideLayout" Target="../slideLayouts/slideLayout65.xml"/><Relationship Id="rId11" Type="http://schemas.openxmlformats.org/officeDocument/2006/relationships/slideLayout" Target="../slideLayouts/slideLayout70.xml"/><Relationship Id="rId5" Type="http://schemas.openxmlformats.org/officeDocument/2006/relationships/slideLayout" Target="../slideLayouts/slideLayout64.xml"/><Relationship Id="rId15" Type="http://schemas.openxmlformats.org/officeDocument/2006/relationships/slideLayout" Target="../slideLayouts/slideLayout74.xml"/><Relationship Id="rId10" Type="http://schemas.openxmlformats.org/officeDocument/2006/relationships/slideLayout" Target="../slideLayouts/slideLayout69.xml"/><Relationship Id="rId19" Type="http://schemas.openxmlformats.org/officeDocument/2006/relationships/theme" Target="../theme/theme5.xml"/><Relationship Id="rId4" Type="http://schemas.openxmlformats.org/officeDocument/2006/relationships/slideLayout" Target="../slideLayouts/slideLayout63.xml"/><Relationship Id="rId9" Type="http://schemas.openxmlformats.org/officeDocument/2006/relationships/slideLayout" Target="../slideLayouts/slideLayout68.xml"/><Relationship Id="rId14" Type="http://schemas.openxmlformats.org/officeDocument/2006/relationships/slideLayout" Target="../slideLayouts/slideLayout7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849BDF"/>
        </a:solidFill>
        <a:effectLst/>
      </p:bgPr>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E0FA932E-E731-498A-A5B1-B3B71781B9F3}"/>
              </a:ext>
            </a:extLst>
          </p:cNvPr>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27177BA7-AC41-43FC-8C3B-25E4EA5CA144}"/>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9FBCC76B-D28E-4677-A558-C29722B468B4}"/>
              </a:ext>
            </a:extLst>
          </p:cNvPr>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5" name="页脚占位符 4">
            <a:extLst>
              <a:ext uri="{FF2B5EF4-FFF2-40B4-BE49-F238E27FC236}">
                <a16:creationId xmlns:a16="http://schemas.microsoft.com/office/drawing/2014/main" id="{58D7E191-EBF9-47CC-B023-CBB1FCB1266B}"/>
              </a:ext>
            </a:extLst>
          </p:cNvPr>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灯片编号占位符 5">
            <a:extLst>
              <a:ext uri="{FF2B5EF4-FFF2-40B4-BE49-F238E27FC236}">
                <a16:creationId xmlns:a16="http://schemas.microsoft.com/office/drawing/2014/main" id="{A5308D91-CCFB-484E-BC26-D510CBDC7522}"/>
              </a:ext>
            </a:extLst>
          </p:cNvPr>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AA84576A-4CDE-4FF4-9A8E-8B86AF061A0D}" type="slidenum">
              <a:rPr lang="en-US" smtClean="0"/>
              <a:pPr/>
              <a:t>‹#›</a:t>
            </a:fld>
            <a:endParaRPr lang="en-US"/>
          </a:p>
        </p:txBody>
      </p:sp>
    </p:spTree>
    <p:extLst>
      <p:ext uri="{BB962C8B-B14F-4D97-AF65-F5344CB8AC3E}">
        <p14:creationId xmlns:p14="http://schemas.microsoft.com/office/powerpoint/2010/main" val="1926982536"/>
      </p:ext>
    </p:extLst>
  </p:cSld>
  <p:clrMap bg1="lt1" tx1="dk1" bg2="lt2" tx2="dk2" accent1="accent1" accent2="accent2" accent3="accent3" accent4="accent4" accent5="accent5" accent6="accent6" hlink="hlink" folHlink="folHlink"/>
  <p:sldLayoutIdLst>
    <p:sldLayoutId id="2147483735" r:id="rId1"/>
    <p:sldLayoutId id="2147483736" r:id="rId2"/>
    <p:sldLayoutId id="2147483737" r:id="rId3"/>
    <p:sldLayoutId id="2147483738" r:id="rId4"/>
    <p:sldLayoutId id="2147483739" r:id="rId5"/>
    <p:sldLayoutId id="2147483740" r:id="rId6"/>
    <p:sldLayoutId id="2147483741" r:id="rId7"/>
    <p:sldLayoutId id="2147483742" r:id="rId8"/>
    <p:sldLayoutId id="2147483743" r:id="rId9"/>
    <p:sldLayoutId id="2147483744" r:id="rId10"/>
    <p:sldLayoutId id="2147483745" r:id="rId11"/>
    <p:sldLayoutId id="2147483746" r:id="rId12"/>
    <p:sldLayoutId id="2147483747" r:id="rId13"/>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08350896"/>
      </p:ext>
    </p:extLst>
  </p:cSld>
  <p:clrMap bg1="lt1" tx1="dk1" bg2="lt2" tx2="dk2" accent1="accent1" accent2="accent2" accent3="accent3" accent4="accent4" accent5="accent5" accent6="accent6" hlink="hlink" folHlink="folHlink"/>
  <p:sldLayoutIdLst>
    <p:sldLayoutId id="2147483749" r:id="rId1"/>
    <p:sldLayoutId id="2147483750" r:id="rId2"/>
    <p:sldLayoutId id="2147483751" r:id="rId3"/>
  </p:sldLayoutIdLst>
  <p:txStyles>
    <p:titleStyle>
      <a:lvl1pPr algn="ctr" defTabSz="685800" rtl="0" eaLnBrk="1" latinLnBrk="0" hangingPunct="1">
        <a:spcBef>
          <a:spcPct val="0"/>
        </a:spcBef>
        <a:buNone/>
        <a:defRPr sz="3300" kern="1200">
          <a:solidFill>
            <a:schemeClr val="tx1"/>
          </a:solidFill>
          <a:latin typeface="+mj-lt"/>
          <a:ea typeface="+mj-ea"/>
          <a:cs typeface="+mj-cs"/>
        </a:defRPr>
      </a:lvl1pPr>
    </p:titleStyle>
    <p:bodyStyle>
      <a:lvl1pPr marL="257175" indent="-257175" algn="l" defTabSz="6858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1pPr>
      <a:lvl2pPr marL="557213" indent="-214313" algn="l" defTabSz="685800" rtl="0" eaLnBrk="1" latinLnBrk="0" hangingPunct="1">
        <a:spcBef>
          <a:spcPct val="20000"/>
        </a:spcBef>
        <a:buFont typeface="Arial" panose="020B0604020202020204" pitchFamily="34" charset="0"/>
        <a:buChar char="–"/>
        <a:defRPr sz="2100" kern="1200">
          <a:solidFill>
            <a:schemeClr val="tx1"/>
          </a:solidFill>
          <a:latin typeface="+mn-lt"/>
          <a:ea typeface="+mn-ea"/>
          <a:cs typeface="+mn-cs"/>
        </a:defRPr>
      </a:lvl2pPr>
      <a:lvl3pPr marL="857250" indent="-171450" algn="l" defTabSz="685800"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3pPr>
      <a:lvl4pPr marL="12001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4pPr>
      <a:lvl5pPr marL="15430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5pPr>
      <a:lvl6pPr marL="18859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C764DE79-268F-4C1A-8933-263129D2AF90}" type="datetimeFigureOut">
              <a:rPr lang="en-US" dirty="0"/>
              <a:t>1/29/2026</a:t>
            </a:fld>
            <a:endParaRPr lang="en-US" dirty="0"/>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48F63A3B-78C7-47BE-AE5E-E10140E04643}" type="slidenum">
              <a:rPr lang="en-US" dirty="0"/>
              <a:t>‹#›</a:t>
            </a:fld>
            <a:endParaRPr lang="en-US" dirty="0"/>
          </a:p>
        </p:txBody>
      </p:sp>
    </p:spTree>
    <p:extLst>
      <p:ext uri="{BB962C8B-B14F-4D97-AF65-F5344CB8AC3E}">
        <p14:creationId xmlns:p14="http://schemas.microsoft.com/office/powerpoint/2010/main" val="3038935601"/>
      </p:ext>
    </p:extLst>
  </p:cSld>
  <p:clrMap bg1="lt1" tx1="dk1" bg2="lt2" tx2="dk2" accent1="accent1" accent2="accent2" accent3="accent3" accent4="accent4" accent5="accent5" accent6="accent6" hlink="hlink" folHlink="folHlink"/>
  <p:sldLayoutIdLst>
    <p:sldLayoutId id="2147483753" r:id="rId1"/>
    <p:sldLayoutId id="2147483754" r:id="rId2"/>
    <p:sldLayoutId id="2147483755" r:id="rId3"/>
    <p:sldLayoutId id="2147483756" r:id="rId4"/>
    <p:sldLayoutId id="2147483757" r:id="rId5"/>
    <p:sldLayoutId id="2147483758" r:id="rId6"/>
    <p:sldLayoutId id="2147483759" r:id="rId7"/>
    <p:sldLayoutId id="2147483760" r:id="rId8"/>
    <p:sldLayoutId id="2147483761" r:id="rId9"/>
    <p:sldLayoutId id="2147483762" r:id="rId10"/>
    <p:sldLayoutId id="2147483763" r:id="rId11"/>
    <p:sldLayoutId id="2147483764" r:id="rId12"/>
    <p:sldLayoutId id="2147483765" r:id="rId13"/>
    <p:sldLayoutId id="2147483766" r:id="rId14"/>
    <p:sldLayoutId id="2147483767" r:id="rId15"/>
    <p:sldLayoutId id="2147483768" r:id="rId16"/>
    <p:sldLayoutId id="2147483769" r:id="rId17"/>
    <p:sldLayoutId id="2147483770" r:id="rId18"/>
    <p:sldLayoutId id="2147483771" r:id="rId19"/>
    <p:sldLayoutId id="2147483772" r:id="rId20"/>
    <p:sldLayoutId id="2147483773" r:id="rId21"/>
    <p:sldLayoutId id="2147483774" r:id="rId22"/>
    <p:sldLayoutId id="2147483775" r:id="rId23"/>
    <p:sldLayoutId id="2147483776" r:id="rId24"/>
    <p:sldLayoutId id="2147483777" r:id="rId25"/>
    <p:sldLayoutId id="2147483778" r:id="rId26"/>
    <p:sldLayoutId id="2147483779" r:id="rId27"/>
    <p:sldLayoutId id="2147483780" r:id="rId28"/>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lumMod val="85000"/>
          </a:schemeClr>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93FC91E9-BA21-4665-B569-3794335F89ED}" type="datetimeFigureOut">
              <a:rPr lang="zh-CN" altLang="en-US" smtClean="0"/>
              <a:t>2026/1/29</a:t>
            </a:fld>
            <a:endParaRPr lang="zh-CN" altLang="en-US"/>
          </a:p>
        </p:txBody>
      </p:sp>
      <p:sp>
        <p:nvSpPr>
          <p:cNvPr id="5" name="页脚占位符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D6526C87-8BF2-4EE6-A5B5-29351161E3D7}" type="slidenum">
              <a:rPr lang="zh-CN" altLang="en-US" smtClean="0"/>
              <a:t>‹#›</a:t>
            </a:fld>
            <a:endParaRPr lang="zh-CN" altLang="en-US"/>
          </a:p>
        </p:txBody>
      </p:sp>
    </p:spTree>
    <p:extLst>
      <p:ext uri="{BB962C8B-B14F-4D97-AF65-F5344CB8AC3E}">
        <p14:creationId xmlns:p14="http://schemas.microsoft.com/office/powerpoint/2010/main" val="482374435"/>
      </p:ext>
    </p:extLst>
  </p:cSld>
  <p:clrMap bg1="lt1" tx1="dk1" bg2="lt2" tx2="dk2" accent1="accent1" accent2="accent2" accent3="accent3" accent4="accent4" accent5="accent5" accent6="accent6" hlink="hlink" folHlink="folHlink"/>
  <p:sldLayoutIdLst>
    <p:sldLayoutId id="2147483782" r:id="rId1"/>
    <p:sldLayoutId id="2147483783" r:id="rId2"/>
    <p:sldLayoutId id="2147483784" r:id="rId3"/>
    <p:sldLayoutId id="2147483785" r:id="rId4"/>
    <p:sldLayoutId id="2147483786" r:id="rId5"/>
    <p:sldLayoutId id="2147483787" r:id="rId6"/>
    <p:sldLayoutId id="2147483788" r:id="rId7"/>
    <p:sldLayoutId id="2147483789" r:id="rId8"/>
    <p:sldLayoutId id="2147483790" r:id="rId9"/>
    <p:sldLayoutId id="2147483791" r:id="rId10"/>
    <p:sldLayoutId id="2147483792" r:id="rId11"/>
    <p:sldLayoutId id="2147483793" r:id="rId12"/>
    <p:sldLayoutId id="2147483794" r:id="rId13"/>
    <p:sldLayoutId id="2147483795" r:id="rId14"/>
    <p:sldLayoutId id="2147483796" r:id="rId15"/>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pic>
        <p:nvPicPr>
          <p:cNvPr id="7" name="Picture 6" descr="SD-PanelContent-GrommetsCombined.png"/>
          <p:cNvPicPr>
            <a:picLocks noChangeAspect="1"/>
          </p:cNvPicPr>
          <p:nvPr/>
        </p:nvPicPr>
        <p:blipFill>
          <a:blip r:embed="rId20">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Placeholder 1"/>
          <p:cNvSpPr>
            <a:spLocks noGrp="1"/>
          </p:cNvSpPr>
          <p:nvPr>
            <p:ph type="title"/>
          </p:nvPr>
        </p:nvSpPr>
        <p:spPr>
          <a:xfrm>
            <a:off x="1176866" y="915337"/>
            <a:ext cx="6798734" cy="13038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176865" y="2490135"/>
            <a:ext cx="6798736" cy="3444997"/>
          </a:xfrm>
          <a:prstGeom prst="rect">
            <a:avLst/>
          </a:prstGeom>
        </p:spPr>
        <p:txBody>
          <a:bodyPr vert="horz" lIns="91440" tIns="45720" rIns="91440" bIns="45720" rtlCol="0" anchor="t">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356670" y="5960533"/>
            <a:ext cx="1148283"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endParaRPr lang="en-US"/>
          </a:p>
        </p:txBody>
      </p:sp>
      <p:sp>
        <p:nvSpPr>
          <p:cNvPr id="5" name="Footer Placeholder 4"/>
          <p:cNvSpPr>
            <a:spLocks noGrp="1"/>
          </p:cNvSpPr>
          <p:nvPr>
            <p:ph type="ftr" sz="quarter" idx="3"/>
          </p:nvPr>
        </p:nvSpPr>
        <p:spPr>
          <a:xfrm>
            <a:off x="1176865" y="5960533"/>
            <a:ext cx="5104667"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a:p>
        </p:txBody>
      </p:sp>
      <p:sp>
        <p:nvSpPr>
          <p:cNvPr id="6" name="Slide Number Placeholder 5"/>
          <p:cNvSpPr>
            <a:spLocks noGrp="1"/>
          </p:cNvSpPr>
          <p:nvPr>
            <p:ph type="sldNum" sz="quarter" idx="4"/>
          </p:nvPr>
        </p:nvSpPr>
        <p:spPr>
          <a:xfrm>
            <a:off x="7580091" y="5960533"/>
            <a:ext cx="39551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AA84576A-4CDE-4FF4-9A8E-8B86AF061A0D}" type="slidenum">
              <a:rPr lang="en-US" smtClean="0"/>
              <a:pPr/>
              <a:t>‹#›</a:t>
            </a:fld>
            <a:endParaRPr lang="en-US"/>
          </a:p>
        </p:txBody>
      </p:sp>
    </p:spTree>
    <p:extLst>
      <p:ext uri="{BB962C8B-B14F-4D97-AF65-F5344CB8AC3E}">
        <p14:creationId xmlns:p14="http://schemas.microsoft.com/office/powerpoint/2010/main" val="725893278"/>
      </p:ext>
    </p:extLst>
  </p:cSld>
  <p:clrMap bg1="lt1" tx1="dk1" bg2="lt2" tx2="dk2" accent1="accent1" accent2="accent2" accent3="accent3" accent4="accent4" accent5="accent5" accent6="accent6" hlink="hlink" folHlink="folHlink"/>
  <p:sldLayoutIdLst>
    <p:sldLayoutId id="2147483868" r:id="rId1"/>
    <p:sldLayoutId id="2147483869" r:id="rId2"/>
    <p:sldLayoutId id="2147483870" r:id="rId3"/>
    <p:sldLayoutId id="2147483871" r:id="rId4"/>
    <p:sldLayoutId id="2147483872" r:id="rId5"/>
    <p:sldLayoutId id="2147483873" r:id="rId6"/>
    <p:sldLayoutId id="2147483874" r:id="rId7"/>
    <p:sldLayoutId id="2147483875" r:id="rId8"/>
    <p:sldLayoutId id="2147483876" r:id="rId9"/>
    <p:sldLayoutId id="2147483877" r:id="rId10"/>
    <p:sldLayoutId id="2147483878" r:id="rId11"/>
    <p:sldLayoutId id="2147483879" r:id="rId12"/>
    <p:sldLayoutId id="2147483880" r:id="rId13"/>
    <p:sldLayoutId id="2147483881" r:id="rId14"/>
    <p:sldLayoutId id="2147483882" r:id="rId15"/>
    <p:sldLayoutId id="2147483883" r:id="rId16"/>
    <p:sldLayoutId id="2147483884" r:id="rId17"/>
    <p:sldLayoutId id="2147483885" r:id="rId18"/>
  </p:sldLayoutIdLst>
  <p:txStyles>
    <p:titleStyle>
      <a:lvl1pPr algn="ctr" defTabSz="457200" rtl="0" eaLnBrk="1" latinLnBrk="0" hangingPunct="1">
        <a:spcBef>
          <a:spcPct val="0"/>
        </a:spcBef>
        <a:buNone/>
        <a:defRPr sz="40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0.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1.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1.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61.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6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1.xml"/></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61.xml"/><Relationship Id="rId4" Type="http://schemas.openxmlformats.org/officeDocument/2006/relationships/image" Target="../media/image12.png"/></Relationships>
</file>

<file path=ppt/slides/_rels/slide1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61.xml"/></Relationships>
</file>

<file path=ppt/slides/_rels/slide1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6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1.xml"/></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61.xml"/><Relationship Id="rId1" Type="http://schemas.openxmlformats.org/officeDocument/2006/relationships/themeOverride" Target="../theme/themeOverride1.xml"/></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61.xml"/><Relationship Id="rId1" Type="http://schemas.openxmlformats.org/officeDocument/2006/relationships/themeOverride" Target="../theme/themeOverride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1.xml"/></Relationships>
</file>

<file path=ppt/slides/_rels/slide2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61.xml"/></Relationships>
</file>

<file path=ppt/slides/_rels/slide2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61.xml"/></Relationships>
</file>

<file path=ppt/slides/_rels/slide2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61.xml"/></Relationships>
</file>

<file path=ppt/slides/_rels/slide2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6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1.xml"/></Relationships>
</file>

<file path=ppt/slides/_rels/slide33.xml.rels><?xml version="1.0" encoding="UTF-8" standalone="yes"?>
<Relationships xmlns="http://schemas.openxmlformats.org/package/2006/relationships"><Relationship Id="rId8" Type="http://schemas.openxmlformats.org/officeDocument/2006/relationships/image" Target="../media/image18.wmf"/><Relationship Id="rId3" Type="http://schemas.openxmlformats.org/officeDocument/2006/relationships/oleObject" Target="../embeddings/oleObject1.bin"/><Relationship Id="rId7" Type="http://schemas.openxmlformats.org/officeDocument/2006/relationships/oleObject" Target="../embeddings/oleObject3.bin"/><Relationship Id="rId2" Type="http://schemas.openxmlformats.org/officeDocument/2006/relationships/slideLayout" Target="../slideLayouts/slideLayout61.xml"/><Relationship Id="rId1" Type="http://schemas.openxmlformats.org/officeDocument/2006/relationships/vmlDrawing" Target="../drawings/vmlDrawing1.vml"/><Relationship Id="rId6" Type="http://schemas.openxmlformats.org/officeDocument/2006/relationships/image" Target="../media/image17.wmf"/><Relationship Id="rId11" Type="http://schemas.openxmlformats.org/officeDocument/2006/relationships/oleObject" Target="../embeddings/oleObject6.bin"/><Relationship Id="rId5" Type="http://schemas.openxmlformats.org/officeDocument/2006/relationships/oleObject" Target="../embeddings/oleObject2.bin"/><Relationship Id="rId10" Type="http://schemas.openxmlformats.org/officeDocument/2006/relationships/oleObject" Target="../embeddings/oleObject5.bin"/><Relationship Id="rId4" Type="http://schemas.openxmlformats.org/officeDocument/2006/relationships/image" Target="../media/image16.wmf"/><Relationship Id="rId9" Type="http://schemas.openxmlformats.org/officeDocument/2006/relationships/oleObject" Target="../embeddings/oleObject4.bin"/></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1.xml"/></Relationships>
</file>

<file path=ppt/slides/_rels/slide35.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Layout" Target="../slideLayouts/slideLayout61.xml"/><Relationship Id="rId1" Type="http://schemas.openxmlformats.org/officeDocument/2006/relationships/vmlDrawing" Target="../drawings/vmlDrawing2.vml"/><Relationship Id="rId4" Type="http://schemas.openxmlformats.org/officeDocument/2006/relationships/image" Target="../media/image19.wmf"/></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547688" y="3581400"/>
            <a:ext cx="8062912" cy="1470025"/>
          </a:xfrm>
        </p:spPr>
        <p:txBody>
          <a:bodyPr>
            <a:normAutofit fontScale="90000"/>
          </a:bodyPr>
          <a:lstStyle/>
          <a:p>
            <a:br>
              <a:rPr lang="en-US" dirty="0"/>
            </a:br>
            <a:br>
              <a:rPr lang="en-US" dirty="0"/>
            </a:br>
            <a:br>
              <a:rPr lang="en-US" dirty="0"/>
            </a:br>
            <a:br>
              <a:rPr lang="en-US" dirty="0"/>
            </a:br>
            <a:br>
              <a:rPr lang="en-US" dirty="0"/>
            </a:br>
            <a:r>
              <a:rPr lang="en-US" dirty="0"/>
              <a:t>CHAPTER 3</a:t>
            </a:r>
            <a:br>
              <a:rPr lang="en-US" dirty="0"/>
            </a:br>
            <a:r>
              <a:rPr lang="en-US" dirty="0"/>
              <a:t>ALGORITHM ANALYSIS</a:t>
            </a:r>
          </a:p>
        </p:txBody>
      </p:sp>
      <p:sp>
        <p:nvSpPr>
          <p:cNvPr id="4" name="Title 1"/>
          <p:cNvSpPr txBox="1">
            <a:spLocks/>
          </p:cNvSpPr>
          <p:nvPr/>
        </p:nvSpPr>
        <p:spPr>
          <a:xfrm>
            <a:off x="-228600" y="1470025"/>
            <a:ext cx="9144000" cy="1470025"/>
          </a:xfrm>
          <a:prstGeom prst="rect">
            <a:avLst/>
          </a:prstGeom>
        </p:spPr>
        <p:txBody>
          <a:bodyPr vert="horz" anchor="b">
            <a:noAutofit/>
          </a:bodyPr>
          <a:lstStyle>
            <a:lvl1pPr marL="484632" algn="r" rtl="0" eaLnBrk="1" latinLnBrk="0" hangingPunct="1">
              <a:spcBef>
                <a:spcPct val="0"/>
              </a:spcBef>
              <a:buNone/>
              <a:defRPr kumimoji="0" sz="4400" kern="1200">
                <a:ln w="6350">
                  <a:solidFill>
                    <a:schemeClr val="accent1">
                      <a:shade val="43000"/>
                    </a:schemeClr>
                  </a:solidFill>
                </a:ln>
                <a:solidFill>
                  <a:schemeClr val="accent1">
                    <a:tint val="83000"/>
                    <a:satMod val="150000"/>
                  </a:schemeClr>
                </a:solidFill>
                <a:effectLst>
                  <a:outerShdw blurRad="26000" dist="26000" dir="14500000" algn="tl" rotWithShape="0">
                    <a:srgbClr val="000000">
                      <a:alpha val="40000"/>
                    </a:srgbClr>
                  </a:outerShdw>
                </a:effectLst>
                <a:latin typeface="+mj-lt"/>
                <a:ea typeface="+mj-ea"/>
                <a:cs typeface="+mj-cs"/>
              </a:defRPr>
            </a:lvl1pPr>
          </a:lstStyle>
          <a:p>
            <a:pPr algn="ctr"/>
            <a:br>
              <a:rPr lang="en-US" sz="4000" dirty="0">
                <a:solidFill>
                  <a:srgbClr val="0070C0"/>
                </a:solidFill>
              </a:rPr>
            </a:br>
            <a:br>
              <a:rPr lang="en-US" sz="4000" dirty="0">
                <a:solidFill>
                  <a:srgbClr val="0070C0"/>
                </a:solidFill>
              </a:rPr>
            </a:br>
            <a:br>
              <a:rPr lang="en-US" sz="4000" dirty="0">
                <a:solidFill>
                  <a:srgbClr val="0070C0"/>
                </a:solidFill>
              </a:rPr>
            </a:br>
            <a:r>
              <a:rPr lang="en-US" sz="4000" dirty="0">
                <a:solidFill>
                  <a:srgbClr val="0070C0"/>
                </a:solidFill>
              </a:rPr>
              <a:t>Data Structure and Algorithm I</a:t>
            </a:r>
          </a:p>
        </p:txBody>
      </p:sp>
    </p:spTree>
    <p:extLst>
      <p:ext uri="{BB962C8B-B14F-4D97-AF65-F5344CB8AC3E}">
        <p14:creationId xmlns:p14="http://schemas.microsoft.com/office/powerpoint/2010/main" val="4166355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76866" y="304801"/>
            <a:ext cx="6595534" cy="838200"/>
          </a:xfrm>
        </p:spPr>
        <p:txBody>
          <a:bodyPr/>
          <a:lstStyle/>
          <a:p>
            <a:r>
              <a:rPr lang="en-US" dirty="0"/>
              <a:t>Introduction</a:t>
            </a:r>
          </a:p>
        </p:txBody>
      </p:sp>
      <p:sp>
        <p:nvSpPr>
          <p:cNvPr id="3" name="Content Placeholder 2"/>
          <p:cNvSpPr>
            <a:spLocks noGrp="1"/>
          </p:cNvSpPr>
          <p:nvPr>
            <p:ph idx="1"/>
          </p:nvPr>
        </p:nvSpPr>
        <p:spPr>
          <a:xfrm>
            <a:off x="457200" y="1143000"/>
            <a:ext cx="8229600" cy="4572000"/>
          </a:xfrm>
        </p:spPr>
        <p:txBody>
          <a:bodyPr>
            <a:noAutofit/>
          </a:bodyPr>
          <a:lstStyle/>
          <a:p>
            <a:pPr algn="just"/>
            <a:r>
              <a:rPr lang="en-US" sz="2000" dirty="0"/>
              <a:t>Introduces the motivation, basic notation, and fundamental techniques of algorithm analysis</a:t>
            </a:r>
          </a:p>
          <a:p>
            <a:pPr algn="just"/>
            <a:r>
              <a:rPr lang="en-US" sz="2000" dirty="0"/>
              <a:t>Focus on a methodology known as </a:t>
            </a:r>
            <a:r>
              <a:rPr lang="en-US" sz="2000" dirty="0">
                <a:solidFill>
                  <a:srgbClr val="FF0000"/>
                </a:solidFill>
              </a:rPr>
              <a:t>asymptotic algorithm analysis</a:t>
            </a:r>
            <a:r>
              <a:rPr lang="en-US" sz="2000" dirty="0"/>
              <a:t>, or simply asymptotic analysis. </a:t>
            </a:r>
          </a:p>
          <a:p>
            <a:pPr algn="just"/>
            <a:r>
              <a:rPr lang="en-US" sz="2000" dirty="0"/>
              <a:t>Asymptotic analysis</a:t>
            </a:r>
          </a:p>
          <a:p>
            <a:pPr lvl="1" algn="just"/>
            <a:r>
              <a:rPr lang="en-US" dirty="0"/>
              <a:t>attempts to </a:t>
            </a:r>
            <a:r>
              <a:rPr lang="en-US" dirty="0">
                <a:solidFill>
                  <a:srgbClr val="FF0000"/>
                </a:solidFill>
              </a:rPr>
              <a:t>estimate the resource consumption </a:t>
            </a:r>
            <a:r>
              <a:rPr lang="en-US" dirty="0"/>
              <a:t>of an algorithm, </a:t>
            </a:r>
          </a:p>
          <a:p>
            <a:pPr lvl="1" algn="just"/>
            <a:r>
              <a:rPr lang="en-US" dirty="0"/>
              <a:t>allows to compare the relative costs of </a:t>
            </a:r>
            <a:r>
              <a:rPr lang="en-US" dirty="0">
                <a:solidFill>
                  <a:srgbClr val="FF0000"/>
                </a:solidFill>
              </a:rPr>
              <a:t>two or more algorithms </a:t>
            </a:r>
            <a:r>
              <a:rPr lang="en-US" dirty="0"/>
              <a:t>for solving the same problem, </a:t>
            </a:r>
          </a:p>
          <a:p>
            <a:pPr lvl="1" algn="just"/>
            <a:r>
              <a:rPr lang="en-US" dirty="0"/>
              <a:t>gives algorithm designers a tool for estimating whether a proposed solution is likely to </a:t>
            </a:r>
            <a:r>
              <a:rPr lang="en-US" dirty="0">
                <a:solidFill>
                  <a:srgbClr val="FF0000"/>
                </a:solidFill>
              </a:rPr>
              <a:t>meet the resource constraints </a:t>
            </a:r>
            <a:r>
              <a:rPr lang="en-US" dirty="0"/>
              <a:t>for a problem before they implement an actual program.</a:t>
            </a:r>
          </a:p>
          <a:p>
            <a:pPr fontAlgn="base"/>
            <a:r>
              <a:rPr lang="en-US" sz="2000" dirty="0"/>
              <a:t>The running time of an algorithm depends on the </a:t>
            </a:r>
            <a:r>
              <a:rPr lang="en-US" sz="2000" dirty="0">
                <a:solidFill>
                  <a:srgbClr val="FF0000"/>
                </a:solidFill>
              </a:rPr>
              <a:t>“size” and “complexity” of the input</a:t>
            </a:r>
            <a:r>
              <a:rPr lang="en-US" sz="2000" dirty="0"/>
              <a:t>.</a:t>
            </a:r>
          </a:p>
          <a:p>
            <a:pPr fontAlgn="base"/>
            <a:r>
              <a:rPr lang="en-US" sz="2000" dirty="0"/>
              <a:t>In the simplest terms, for a problem where the input size is </a:t>
            </a:r>
            <a:r>
              <a:rPr lang="en-US" sz="2000" i="1" dirty="0"/>
              <a:t>n</a:t>
            </a:r>
            <a:r>
              <a:rPr lang="en-US" sz="2000" dirty="0"/>
              <a:t>:</a:t>
            </a:r>
          </a:p>
          <a:p>
            <a:pPr marL="537210" lvl="1" indent="0" algn="just">
              <a:buNone/>
            </a:pPr>
            <a:endParaRPr lang="en-US" dirty="0"/>
          </a:p>
          <a:p>
            <a:pPr marL="537210" lvl="1" indent="0" algn="just">
              <a:buNone/>
            </a:pPr>
            <a:endParaRPr lang="en-US" dirty="0"/>
          </a:p>
        </p:txBody>
      </p:sp>
    </p:spTree>
    <p:extLst>
      <p:ext uri="{BB962C8B-B14F-4D97-AF65-F5344CB8AC3E}">
        <p14:creationId xmlns:p14="http://schemas.microsoft.com/office/powerpoint/2010/main" val="394428158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Grp="1" noChangeArrowheads="1"/>
          </p:cNvSpPr>
          <p:nvPr>
            <p:ph type="title"/>
          </p:nvPr>
        </p:nvSpPr>
        <p:spPr>
          <a:xfrm>
            <a:off x="762000" y="457200"/>
            <a:ext cx="7772400" cy="762000"/>
          </a:xfrm>
        </p:spPr>
        <p:txBody>
          <a:bodyPr/>
          <a:lstStyle/>
          <a:p>
            <a:r>
              <a:rPr lang="en-US" altLang="ja-JP" b="1" dirty="0">
                <a:ea typeface="ＭＳ Ｐゴシック" charset="-128"/>
              </a:rPr>
              <a:t>Algorithm</a:t>
            </a:r>
          </a:p>
        </p:txBody>
      </p:sp>
      <p:sp>
        <p:nvSpPr>
          <p:cNvPr id="64515" name="Rectangle 3"/>
          <p:cNvSpPr>
            <a:spLocks noGrp="1" noChangeArrowheads="1"/>
          </p:cNvSpPr>
          <p:nvPr>
            <p:ph idx="1"/>
          </p:nvPr>
        </p:nvSpPr>
        <p:spPr>
          <a:xfrm>
            <a:off x="685800" y="1219200"/>
            <a:ext cx="7696200" cy="4876800"/>
          </a:xfrm>
        </p:spPr>
        <p:txBody>
          <a:bodyPr>
            <a:normAutofit/>
          </a:bodyPr>
          <a:lstStyle/>
          <a:p>
            <a:pPr>
              <a:lnSpc>
                <a:spcPct val="150000"/>
              </a:lnSpc>
            </a:pPr>
            <a:r>
              <a:rPr lang="en-US" altLang="ja-JP" sz="2000" dirty="0">
                <a:latin typeface="+mj-lt"/>
                <a:ea typeface="ＭＳ Ｐゴシック" charset="-128"/>
              </a:rPr>
              <a:t>An </a:t>
            </a:r>
            <a:r>
              <a:rPr lang="en-US" altLang="ja-JP" sz="2000" b="1" i="1" dirty="0">
                <a:solidFill>
                  <a:schemeClr val="accent1">
                    <a:lumMod val="50000"/>
                  </a:schemeClr>
                </a:solidFill>
                <a:latin typeface="+mj-lt"/>
                <a:ea typeface="ＭＳ Ｐゴシック" charset="-128"/>
              </a:rPr>
              <a:t>algorithm</a:t>
            </a:r>
            <a:r>
              <a:rPr lang="en-US" altLang="ja-JP" sz="2000" dirty="0">
                <a:latin typeface="+mj-lt"/>
                <a:ea typeface="ＭＳ Ｐゴシック" charset="-128"/>
              </a:rPr>
              <a:t> is a set of instructions to be followed to solve a problem.</a:t>
            </a:r>
          </a:p>
          <a:p>
            <a:pPr lvl="1">
              <a:lnSpc>
                <a:spcPct val="150000"/>
              </a:lnSpc>
            </a:pPr>
            <a:r>
              <a:rPr lang="en-US" altLang="ja-JP" dirty="0">
                <a:latin typeface="+mj-lt"/>
                <a:ea typeface="ＭＳ Ｐゴシック" charset="-128"/>
              </a:rPr>
              <a:t>There can be </a:t>
            </a:r>
            <a:r>
              <a:rPr lang="en-US" altLang="ja-JP" dirty="0">
                <a:solidFill>
                  <a:srgbClr val="FF0000"/>
                </a:solidFill>
                <a:latin typeface="+mj-lt"/>
                <a:ea typeface="ＭＳ Ｐゴシック" charset="-128"/>
              </a:rPr>
              <a:t>more than one solution </a:t>
            </a:r>
            <a:r>
              <a:rPr lang="en-US" altLang="ja-JP" dirty="0">
                <a:latin typeface="+mj-lt"/>
                <a:ea typeface="ＭＳ Ｐゴシック" charset="-128"/>
              </a:rPr>
              <a:t>(more than one algorithm) to solve a given problem.</a:t>
            </a:r>
          </a:p>
          <a:p>
            <a:pPr lvl="1">
              <a:lnSpc>
                <a:spcPct val="150000"/>
              </a:lnSpc>
            </a:pPr>
            <a:r>
              <a:rPr lang="en-US" altLang="ja-JP" dirty="0">
                <a:latin typeface="+mj-lt"/>
                <a:ea typeface="ＭＳ Ｐゴシック" charset="-128"/>
              </a:rPr>
              <a:t>An algorithm can be implemented using </a:t>
            </a:r>
            <a:r>
              <a:rPr lang="en-US" altLang="ja-JP" dirty="0">
                <a:solidFill>
                  <a:srgbClr val="FF0000"/>
                </a:solidFill>
                <a:latin typeface="+mj-lt"/>
                <a:ea typeface="ＭＳ Ｐゴシック" charset="-128"/>
              </a:rPr>
              <a:t>different programming languages on different platforms</a:t>
            </a:r>
            <a:r>
              <a:rPr lang="en-US" altLang="ja-JP" dirty="0">
                <a:latin typeface="+mj-lt"/>
                <a:ea typeface="ＭＳ Ｐゴシック" charset="-128"/>
              </a:rPr>
              <a:t>.</a:t>
            </a:r>
          </a:p>
          <a:p>
            <a:pPr>
              <a:lnSpc>
                <a:spcPct val="150000"/>
              </a:lnSpc>
            </a:pPr>
            <a:r>
              <a:rPr lang="en-US" altLang="ja-JP" sz="2000" dirty="0">
                <a:latin typeface="+mj-lt"/>
                <a:ea typeface="ＭＳ Ｐゴシック" charset="-128"/>
              </a:rPr>
              <a:t>An algorithm must be correct. It should </a:t>
            </a:r>
            <a:r>
              <a:rPr lang="en-US" altLang="ja-JP" sz="2000" dirty="0">
                <a:solidFill>
                  <a:srgbClr val="FF0000"/>
                </a:solidFill>
                <a:latin typeface="+mj-lt"/>
                <a:ea typeface="ＭＳ Ｐゴシック" charset="-128"/>
              </a:rPr>
              <a:t>correctly solve </a:t>
            </a:r>
            <a:r>
              <a:rPr lang="en-US" altLang="ja-JP" sz="2000" dirty="0">
                <a:latin typeface="+mj-lt"/>
                <a:ea typeface="ＭＳ Ｐゴシック" charset="-128"/>
              </a:rPr>
              <a:t>the problem.</a:t>
            </a:r>
          </a:p>
          <a:p>
            <a:pPr>
              <a:lnSpc>
                <a:spcPct val="150000"/>
              </a:lnSpc>
            </a:pPr>
            <a:r>
              <a:rPr lang="en-US" altLang="ja-JP" sz="2000" dirty="0">
                <a:latin typeface="+mj-lt"/>
                <a:ea typeface="ＭＳ Ｐゴシック" charset="-128"/>
              </a:rPr>
              <a:t>Once we have a correct algorithm for a problem, we have to determine </a:t>
            </a:r>
            <a:r>
              <a:rPr lang="en-US" altLang="ja-JP" sz="2000" dirty="0">
                <a:solidFill>
                  <a:srgbClr val="FF0000"/>
                </a:solidFill>
                <a:latin typeface="+mj-lt"/>
                <a:ea typeface="ＭＳ Ｐゴシック" charset="-128"/>
              </a:rPr>
              <a:t>the efficiency </a:t>
            </a:r>
            <a:r>
              <a:rPr lang="en-US" altLang="ja-JP" sz="2000" dirty="0">
                <a:latin typeface="+mj-lt"/>
                <a:ea typeface="ＭＳ Ｐゴシック" charset="-128"/>
              </a:rPr>
              <a:t>of that algorithm.</a:t>
            </a:r>
          </a:p>
        </p:txBody>
      </p:sp>
      <p:sp>
        <p:nvSpPr>
          <p:cNvPr id="6" name="スライド番号プレースホルダ 5"/>
          <p:cNvSpPr>
            <a:spLocks noGrp="1"/>
          </p:cNvSpPr>
          <p:nvPr>
            <p:ph type="sldNum" sz="quarter" idx="12"/>
          </p:nvPr>
        </p:nvSpPr>
        <p:spPr/>
        <p:txBody>
          <a:bodyPr/>
          <a:lstStyle/>
          <a:p>
            <a:fld id="{4B345C5B-95C7-435E-BB4E-FF01423D6929}" type="slidenum">
              <a:rPr lang="en-US" altLang="ja-JP"/>
              <a:pPr/>
              <a:t>3</a:t>
            </a:fld>
            <a:endParaRPr lang="en-US" altLang="ja-JP"/>
          </a:p>
        </p:txBody>
      </p:sp>
    </p:spTree>
    <p:extLst>
      <p:ext uri="{BB962C8B-B14F-4D97-AF65-F5344CB8AC3E}">
        <p14:creationId xmlns:p14="http://schemas.microsoft.com/office/powerpoint/2010/main" val="324316965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76866" y="152400"/>
            <a:ext cx="6798734" cy="1303867"/>
          </a:xfrm>
        </p:spPr>
        <p:txBody>
          <a:bodyPr>
            <a:normAutofit/>
          </a:bodyPr>
          <a:lstStyle/>
          <a:p>
            <a:r>
              <a:rPr lang="en-US" dirty="0"/>
              <a:t>Asymptotic Analysis</a:t>
            </a:r>
          </a:p>
        </p:txBody>
      </p:sp>
      <p:sp>
        <p:nvSpPr>
          <p:cNvPr id="3" name="Content Placeholder 2"/>
          <p:cNvSpPr>
            <a:spLocks noGrp="1"/>
          </p:cNvSpPr>
          <p:nvPr>
            <p:ph idx="1"/>
          </p:nvPr>
        </p:nvSpPr>
        <p:spPr>
          <a:xfrm>
            <a:off x="1176864" y="1219200"/>
            <a:ext cx="7205136" cy="5105400"/>
          </a:xfrm>
        </p:spPr>
        <p:txBody>
          <a:bodyPr>
            <a:noAutofit/>
          </a:bodyPr>
          <a:lstStyle/>
          <a:p>
            <a:pPr algn="just"/>
            <a:r>
              <a:rPr lang="en-US" sz="2000" b="1" i="1" dirty="0"/>
              <a:t>Given two algorithms for a task, how do we find out which one is better?</a:t>
            </a:r>
          </a:p>
          <a:p>
            <a:pPr lvl="1" algn="just"/>
            <a:r>
              <a:rPr lang="en-US" dirty="0"/>
              <a:t>	One way of doing this is – implement both the algorithms and run the two programs on your computer for different inputs and see which one takes less time. </a:t>
            </a:r>
          </a:p>
          <a:p>
            <a:pPr lvl="1" algn="just"/>
            <a:r>
              <a:rPr lang="en-US" dirty="0"/>
              <a:t>There are many problems with this approach for analysis of algorithms.</a:t>
            </a:r>
          </a:p>
          <a:p>
            <a:pPr marL="537210" lvl="1" indent="0" algn="just">
              <a:buNone/>
            </a:pPr>
            <a:br>
              <a:rPr lang="en-US" dirty="0"/>
            </a:br>
            <a:r>
              <a:rPr lang="en-US" dirty="0"/>
              <a:t>1) It might be possible that for some inputs, first algorithm performs better than the second. And for some inputs second performs better.</a:t>
            </a:r>
          </a:p>
          <a:p>
            <a:pPr marL="537210" lvl="1" indent="0" algn="just">
              <a:buNone/>
            </a:pPr>
            <a:r>
              <a:rPr lang="en-US" dirty="0"/>
              <a:t>2) It might also be possible that for some inputs, first algorithm perform better on one machine and the second works better on other machine for some other inputs.</a:t>
            </a:r>
          </a:p>
        </p:txBody>
      </p:sp>
    </p:spTree>
    <p:extLst>
      <p:ext uri="{BB962C8B-B14F-4D97-AF65-F5344CB8AC3E}">
        <p14:creationId xmlns:p14="http://schemas.microsoft.com/office/powerpoint/2010/main" val="1584878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Asymptotic Analysis (cont.)</a:t>
            </a:r>
          </a:p>
        </p:txBody>
      </p:sp>
      <p:sp>
        <p:nvSpPr>
          <p:cNvPr id="3" name="Content Placeholder 2"/>
          <p:cNvSpPr>
            <a:spLocks noGrp="1"/>
          </p:cNvSpPr>
          <p:nvPr>
            <p:ph idx="1"/>
          </p:nvPr>
        </p:nvSpPr>
        <p:spPr/>
        <p:txBody>
          <a:bodyPr>
            <a:normAutofit/>
          </a:bodyPr>
          <a:lstStyle/>
          <a:p>
            <a:pPr algn="just">
              <a:lnSpc>
                <a:spcPct val="150000"/>
              </a:lnSpc>
            </a:pPr>
            <a:r>
              <a:rPr lang="en-US" sz="2000" dirty="0"/>
              <a:t>In Asymptotic Analysis, evaluate the performance of an algorithm </a:t>
            </a:r>
            <a:r>
              <a:rPr lang="en-US" sz="2000" dirty="0">
                <a:solidFill>
                  <a:srgbClr val="FF0000"/>
                </a:solidFill>
              </a:rPr>
              <a:t>in terms of input size </a:t>
            </a:r>
            <a:r>
              <a:rPr lang="en-US" sz="2000" dirty="0"/>
              <a:t>(we don’t measure the actual running time) and calculate, how does the time (or space) taken by an algorithm </a:t>
            </a:r>
            <a:r>
              <a:rPr lang="en-US" sz="2000" dirty="0">
                <a:solidFill>
                  <a:srgbClr val="FF0000"/>
                </a:solidFill>
              </a:rPr>
              <a:t>increases with the input size</a:t>
            </a:r>
            <a:r>
              <a:rPr lang="en-US" sz="2000" dirty="0"/>
              <a:t>.</a:t>
            </a:r>
          </a:p>
          <a:p>
            <a:pPr algn="just">
              <a:lnSpc>
                <a:spcPct val="150000"/>
              </a:lnSpc>
            </a:pPr>
            <a:r>
              <a:rPr lang="en-US" sz="2000" dirty="0"/>
              <a:t>When analyzing the running time or space usage of programs, try to estimate the time or space as </a:t>
            </a:r>
            <a:r>
              <a:rPr lang="en-US" sz="2000" dirty="0">
                <a:solidFill>
                  <a:srgbClr val="FF0000"/>
                </a:solidFill>
              </a:rPr>
              <a:t>function of the input size</a:t>
            </a:r>
            <a:r>
              <a:rPr lang="en-US" sz="2000" dirty="0"/>
              <a:t>. </a:t>
            </a:r>
          </a:p>
        </p:txBody>
      </p:sp>
    </p:spTree>
    <p:extLst>
      <p:ext uri="{BB962C8B-B14F-4D97-AF65-F5344CB8AC3E}">
        <p14:creationId xmlns:p14="http://schemas.microsoft.com/office/powerpoint/2010/main" val="40950000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a:xfrm>
            <a:off x="762000" y="381000"/>
            <a:ext cx="7772400" cy="762000"/>
          </a:xfrm>
        </p:spPr>
        <p:txBody>
          <a:bodyPr/>
          <a:lstStyle/>
          <a:p>
            <a:r>
              <a:rPr lang="en-US" altLang="ja-JP" dirty="0">
                <a:ea typeface="ＭＳ Ｐゴシック" charset="-128"/>
                <a:cs typeface="Times New Roman" pitchFamily="18" charset="0"/>
              </a:rPr>
              <a:t>Algorithmic Performance</a:t>
            </a:r>
            <a:r>
              <a:rPr lang="en-US" altLang="ja-JP" dirty="0">
                <a:ea typeface="ＭＳ Ｐゴシック" charset="-128"/>
              </a:rPr>
              <a:t> </a:t>
            </a:r>
          </a:p>
        </p:txBody>
      </p:sp>
      <p:sp>
        <p:nvSpPr>
          <p:cNvPr id="20483" name="Rectangle 3"/>
          <p:cNvSpPr>
            <a:spLocks noGrp="1" noChangeArrowheads="1"/>
          </p:cNvSpPr>
          <p:nvPr>
            <p:ph idx="1"/>
          </p:nvPr>
        </p:nvSpPr>
        <p:spPr>
          <a:xfrm>
            <a:off x="685800" y="1219200"/>
            <a:ext cx="7772400" cy="5105400"/>
          </a:xfrm>
        </p:spPr>
        <p:txBody>
          <a:bodyPr>
            <a:normAutofit/>
          </a:bodyPr>
          <a:lstStyle/>
          <a:p>
            <a:pPr algn="just">
              <a:lnSpc>
                <a:spcPct val="85000"/>
              </a:lnSpc>
              <a:buFontTx/>
              <a:buNone/>
            </a:pPr>
            <a:r>
              <a:rPr lang="en-US" altLang="ko-KR" sz="2400" dirty="0">
                <a:latin typeface="+mj-lt"/>
                <a:ea typeface="굴림" charset="-127"/>
              </a:rPr>
              <a:t>There are </a:t>
            </a:r>
            <a:r>
              <a:rPr lang="en-US" altLang="ko-KR" sz="2400" i="1" dirty="0">
                <a:latin typeface="+mj-lt"/>
                <a:ea typeface="굴림" charset="-127"/>
              </a:rPr>
              <a:t>two aspects </a:t>
            </a:r>
            <a:r>
              <a:rPr lang="en-US" altLang="ko-KR" sz="2400" dirty="0">
                <a:latin typeface="+mj-lt"/>
                <a:ea typeface="굴림" charset="-127"/>
              </a:rPr>
              <a:t>of algorithmic performance:</a:t>
            </a:r>
          </a:p>
          <a:p>
            <a:pPr algn="just">
              <a:lnSpc>
                <a:spcPct val="85000"/>
              </a:lnSpc>
            </a:pPr>
            <a:r>
              <a:rPr lang="en-US" altLang="ko-KR" sz="2400" dirty="0">
                <a:solidFill>
                  <a:schemeClr val="accent2">
                    <a:lumMod val="75000"/>
                  </a:schemeClr>
                </a:solidFill>
                <a:latin typeface="+mj-lt"/>
                <a:ea typeface="굴림" charset="-127"/>
              </a:rPr>
              <a:t>Time</a:t>
            </a:r>
          </a:p>
          <a:p>
            <a:pPr lvl="2" algn="just">
              <a:lnSpc>
                <a:spcPct val="85000"/>
              </a:lnSpc>
            </a:pPr>
            <a:r>
              <a:rPr lang="en-US" altLang="ko-KR" sz="1800" dirty="0">
                <a:latin typeface="+mj-lt"/>
                <a:ea typeface="굴림" charset="-127"/>
              </a:rPr>
              <a:t>Instructions take time.</a:t>
            </a:r>
          </a:p>
          <a:p>
            <a:pPr lvl="2" algn="just">
              <a:lnSpc>
                <a:spcPct val="85000"/>
              </a:lnSpc>
            </a:pPr>
            <a:r>
              <a:rPr lang="en-US" altLang="ko-KR" sz="1800" dirty="0">
                <a:latin typeface="+mj-lt"/>
                <a:ea typeface="굴림" charset="-127"/>
              </a:rPr>
              <a:t>How fast does the algorithm perform?</a:t>
            </a:r>
          </a:p>
          <a:p>
            <a:pPr lvl="2" algn="just">
              <a:lnSpc>
                <a:spcPct val="85000"/>
              </a:lnSpc>
            </a:pPr>
            <a:r>
              <a:rPr lang="en-US" altLang="ko-KR" sz="1800" dirty="0">
                <a:latin typeface="+mj-lt"/>
                <a:ea typeface="굴림" charset="-127"/>
              </a:rPr>
              <a:t>What affects its runtime? </a:t>
            </a:r>
          </a:p>
          <a:p>
            <a:pPr algn="just">
              <a:lnSpc>
                <a:spcPct val="85000"/>
              </a:lnSpc>
            </a:pPr>
            <a:r>
              <a:rPr lang="en-US" altLang="ko-KR" sz="2400" dirty="0">
                <a:solidFill>
                  <a:schemeClr val="accent2">
                    <a:lumMod val="75000"/>
                  </a:schemeClr>
                </a:solidFill>
                <a:latin typeface="+mj-lt"/>
                <a:ea typeface="굴림" charset="-127"/>
              </a:rPr>
              <a:t>Space</a:t>
            </a:r>
          </a:p>
          <a:p>
            <a:pPr lvl="2" algn="just">
              <a:lnSpc>
                <a:spcPct val="85000"/>
              </a:lnSpc>
            </a:pPr>
            <a:r>
              <a:rPr lang="en-US" altLang="ko-KR" sz="1800" dirty="0">
                <a:latin typeface="+mj-lt"/>
                <a:ea typeface="굴림" charset="-127"/>
              </a:rPr>
              <a:t>Data structures take space</a:t>
            </a:r>
          </a:p>
          <a:p>
            <a:pPr lvl="2" algn="just">
              <a:lnSpc>
                <a:spcPct val="85000"/>
              </a:lnSpc>
            </a:pPr>
            <a:r>
              <a:rPr lang="en-US" altLang="ko-KR" sz="1800" dirty="0">
                <a:latin typeface="+mj-lt"/>
                <a:ea typeface="굴림" charset="-127"/>
              </a:rPr>
              <a:t>What kind of data structures can be used?</a:t>
            </a:r>
          </a:p>
          <a:p>
            <a:pPr lvl="2" algn="just">
              <a:lnSpc>
                <a:spcPct val="85000"/>
              </a:lnSpc>
            </a:pPr>
            <a:r>
              <a:rPr lang="en-US" altLang="ko-KR" sz="1800" dirty="0">
                <a:latin typeface="+mj-lt"/>
                <a:ea typeface="굴림" charset="-127"/>
              </a:rPr>
              <a:t>How does choice of data structure affect the runtime?</a:t>
            </a:r>
          </a:p>
          <a:p>
            <a:pPr marL="877824" lvl="2" indent="0" algn="just">
              <a:lnSpc>
                <a:spcPct val="85000"/>
              </a:lnSpc>
              <a:buNone/>
            </a:pPr>
            <a:endParaRPr lang="en-US" altLang="ko-KR" dirty="0">
              <a:solidFill>
                <a:schemeClr val="accent2">
                  <a:lumMod val="75000"/>
                </a:schemeClr>
              </a:solidFill>
              <a:latin typeface="+mj-lt"/>
              <a:ea typeface="굴림" charset="-127"/>
            </a:endParaRPr>
          </a:p>
          <a:p>
            <a:pPr algn="just">
              <a:lnSpc>
                <a:spcPct val="85000"/>
              </a:lnSpc>
            </a:pPr>
            <a:r>
              <a:rPr lang="en-US" altLang="ja-JP" sz="2400" dirty="0">
                <a:latin typeface="+mj-lt"/>
                <a:ea typeface="ＭＳ Ｐゴシック" charset="-128"/>
              </a:rPr>
              <a:t>focus on </a:t>
            </a:r>
            <a:r>
              <a:rPr lang="en-US" altLang="ja-JP" sz="2400" b="1" dirty="0">
                <a:solidFill>
                  <a:srgbClr val="FF0000"/>
                </a:solidFill>
                <a:latin typeface="+mj-lt"/>
                <a:ea typeface="ＭＳ Ｐゴシック" charset="-128"/>
              </a:rPr>
              <a:t>time</a:t>
            </a:r>
            <a:r>
              <a:rPr lang="en-US" altLang="ja-JP" sz="2400" dirty="0">
                <a:latin typeface="+mj-lt"/>
                <a:ea typeface="ＭＳ Ｐゴシック" charset="-128"/>
              </a:rPr>
              <a:t>: </a:t>
            </a:r>
          </a:p>
          <a:p>
            <a:pPr lvl="2" algn="just">
              <a:lnSpc>
                <a:spcPct val="85000"/>
              </a:lnSpc>
              <a:buFont typeface="Arial" pitchFamily="34" charset="0"/>
              <a:buChar char="•"/>
            </a:pPr>
            <a:r>
              <a:rPr lang="en-US" altLang="ja-JP" sz="2000" dirty="0">
                <a:latin typeface="+mj-lt"/>
                <a:ea typeface="ＭＳ Ｐゴシック" charset="-128"/>
              </a:rPr>
              <a:t>How to estimate the time required for an algorithm</a:t>
            </a:r>
          </a:p>
          <a:p>
            <a:pPr marL="877824" lvl="2" indent="0" algn="just">
              <a:lnSpc>
                <a:spcPct val="85000"/>
              </a:lnSpc>
              <a:buNone/>
            </a:pPr>
            <a:endParaRPr lang="en-US" altLang="ko-KR" sz="1800" dirty="0">
              <a:latin typeface="+mj-lt"/>
              <a:ea typeface="굴림" charset="-127"/>
            </a:endParaRPr>
          </a:p>
        </p:txBody>
      </p:sp>
      <p:sp>
        <p:nvSpPr>
          <p:cNvPr id="6" name="スライド番号プレースホルダ 5"/>
          <p:cNvSpPr>
            <a:spLocks noGrp="1"/>
          </p:cNvSpPr>
          <p:nvPr>
            <p:ph type="sldNum" sz="quarter" idx="12"/>
          </p:nvPr>
        </p:nvSpPr>
        <p:spPr/>
        <p:txBody>
          <a:bodyPr/>
          <a:lstStyle/>
          <a:p>
            <a:fld id="{23D91A02-33A9-405D-A3E9-DE3266FD7B06}" type="slidenum">
              <a:rPr lang="en-US" altLang="ja-JP"/>
              <a:pPr/>
              <a:t>6</a:t>
            </a:fld>
            <a:endParaRPr lang="en-US" altLang="ja-JP"/>
          </a:p>
        </p:txBody>
      </p:sp>
    </p:spTree>
    <p:extLst>
      <p:ext uri="{BB962C8B-B14F-4D97-AF65-F5344CB8AC3E}">
        <p14:creationId xmlns:p14="http://schemas.microsoft.com/office/powerpoint/2010/main" val="39752020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title"/>
          </p:nvPr>
        </p:nvSpPr>
        <p:spPr>
          <a:xfrm>
            <a:off x="1176866" y="533400"/>
            <a:ext cx="6798734" cy="989663"/>
          </a:xfrm>
        </p:spPr>
        <p:txBody>
          <a:bodyPr>
            <a:normAutofit fontScale="90000"/>
          </a:bodyPr>
          <a:lstStyle/>
          <a:p>
            <a:r>
              <a:rPr lang="en-US" altLang="ja-JP" b="1" dirty="0">
                <a:ea typeface="ＭＳ Ｐゴシック" charset="-128"/>
                <a:cs typeface="Times New Roman" pitchFamily="18" charset="0"/>
              </a:rPr>
              <a:t>Algorithmic Performance (cont.)</a:t>
            </a:r>
            <a:r>
              <a:rPr lang="en-US" altLang="ja-JP" b="1" dirty="0">
                <a:ea typeface="ＭＳ Ｐゴシック" charset="-128"/>
              </a:rPr>
              <a:t> </a:t>
            </a:r>
          </a:p>
        </p:txBody>
      </p:sp>
      <p:sp>
        <p:nvSpPr>
          <p:cNvPr id="3" name="Content Placeholder 2"/>
          <p:cNvSpPr>
            <a:spLocks noGrp="1"/>
          </p:cNvSpPr>
          <p:nvPr>
            <p:ph idx="1"/>
          </p:nvPr>
        </p:nvSpPr>
        <p:spPr>
          <a:xfrm>
            <a:off x="914400" y="1295400"/>
            <a:ext cx="7467600" cy="4800600"/>
          </a:xfrm>
        </p:spPr>
        <p:txBody>
          <a:bodyPr>
            <a:noAutofit/>
          </a:bodyPr>
          <a:lstStyle/>
          <a:p>
            <a:pPr algn="just"/>
            <a:r>
              <a:rPr lang="en-US" sz="2000" dirty="0"/>
              <a:t>Many factors affect the running time of a program. </a:t>
            </a:r>
          </a:p>
          <a:p>
            <a:pPr lvl="1" algn="just"/>
            <a:r>
              <a:rPr lang="en-US" dirty="0"/>
              <a:t>Some relate to the </a:t>
            </a:r>
            <a:r>
              <a:rPr lang="en-US" dirty="0">
                <a:solidFill>
                  <a:srgbClr val="0070C0"/>
                </a:solidFill>
              </a:rPr>
              <a:t>environment</a:t>
            </a:r>
            <a:r>
              <a:rPr lang="en-US" dirty="0"/>
              <a:t> in which the program is compiled and run. Such factors include the speed of the computer’s CPU, bus, and peripheral hardware. </a:t>
            </a:r>
          </a:p>
          <a:p>
            <a:pPr lvl="1" algn="just"/>
            <a:r>
              <a:rPr lang="en-US" dirty="0">
                <a:solidFill>
                  <a:srgbClr val="0070C0"/>
                </a:solidFill>
              </a:rPr>
              <a:t>Competition with other users </a:t>
            </a:r>
            <a:r>
              <a:rPr lang="en-US" dirty="0"/>
              <a:t>for the computer’s (or the network’s) resources can make a program slow to a crawl.</a:t>
            </a:r>
          </a:p>
          <a:p>
            <a:pPr lvl="1" algn="just"/>
            <a:r>
              <a:rPr lang="en-US" dirty="0"/>
              <a:t>The </a:t>
            </a:r>
            <a:r>
              <a:rPr lang="en-US" dirty="0">
                <a:solidFill>
                  <a:srgbClr val="0070C0"/>
                </a:solidFill>
              </a:rPr>
              <a:t>programming language and the quality of code </a:t>
            </a:r>
            <a:r>
              <a:rPr lang="en-US" dirty="0"/>
              <a:t>generated by a particular compiler can have a significant effect. </a:t>
            </a:r>
          </a:p>
          <a:p>
            <a:pPr lvl="1" algn="just"/>
            <a:r>
              <a:rPr lang="en-US" dirty="0"/>
              <a:t>The </a:t>
            </a:r>
            <a:r>
              <a:rPr lang="en-US" dirty="0">
                <a:solidFill>
                  <a:srgbClr val="0070C0"/>
                </a:solidFill>
              </a:rPr>
              <a:t>“coding efficiency” of the programmer </a:t>
            </a:r>
            <a:r>
              <a:rPr lang="en-US" dirty="0"/>
              <a:t>who converts the algorithm to a program can have a tremendous impact as well.</a:t>
            </a:r>
          </a:p>
          <a:p>
            <a:pPr algn="just"/>
            <a:r>
              <a:rPr lang="en-US" sz="2000" dirty="0"/>
              <a:t>Of primary consideration when estimating an algorithm’s performance is the number of </a:t>
            </a:r>
            <a:r>
              <a:rPr lang="en-US" sz="2000" b="1" dirty="0">
                <a:solidFill>
                  <a:srgbClr val="FF0000"/>
                </a:solidFill>
              </a:rPr>
              <a:t>basic operations </a:t>
            </a:r>
            <a:r>
              <a:rPr lang="en-US" sz="2000" dirty="0"/>
              <a:t>required by the algorithm to process an input of a certain </a:t>
            </a:r>
            <a:r>
              <a:rPr lang="en-US" sz="2000" b="1" dirty="0">
                <a:solidFill>
                  <a:srgbClr val="FF0000"/>
                </a:solidFill>
              </a:rPr>
              <a:t>size</a:t>
            </a:r>
            <a:r>
              <a:rPr lang="en-US" sz="2000" dirty="0"/>
              <a:t>.</a:t>
            </a:r>
          </a:p>
          <a:p>
            <a:pPr algn="just"/>
            <a:endParaRPr lang="en-US" sz="2000" dirty="0"/>
          </a:p>
        </p:txBody>
      </p:sp>
    </p:spTree>
    <p:extLst>
      <p:ext uri="{BB962C8B-B14F-4D97-AF65-F5344CB8AC3E}">
        <p14:creationId xmlns:p14="http://schemas.microsoft.com/office/powerpoint/2010/main" val="356087187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 y="-27432"/>
            <a:ext cx="8229600" cy="1399032"/>
          </a:xfrm>
        </p:spPr>
        <p:txBody>
          <a:bodyPr/>
          <a:lstStyle/>
          <a:p>
            <a:r>
              <a:rPr lang="en-US" dirty="0"/>
              <a:t>Example 3.1</a:t>
            </a:r>
          </a:p>
        </p:txBody>
      </p:sp>
      <p:sp>
        <p:nvSpPr>
          <p:cNvPr id="3" name="Content Placeholder 2"/>
          <p:cNvSpPr>
            <a:spLocks noGrp="1"/>
          </p:cNvSpPr>
          <p:nvPr>
            <p:ph idx="1"/>
          </p:nvPr>
        </p:nvSpPr>
        <p:spPr>
          <a:xfrm>
            <a:off x="304800" y="990600"/>
            <a:ext cx="8305800" cy="5867400"/>
          </a:xfrm>
        </p:spPr>
        <p:txBody>
          <a:bodyPr>
            <a:normAutofit/>
          </a:bodyPr>
          <a:lstStyle/>
          <a:p>
            <a:pPr algn="just"/>
            <a:r>
              <a:rPr lang="en-US" sz="1800" dirty="0"/>
              <a:t>Consider a simple algorithm to solve the problem of </a:t>
            </a:r>
            <a:r>
              <a:rPr lang="en-US" sz="1800" dirty="0">
                <a:solidFill>
                  <a:srgbClr val="7030A0"/>
                </a:solidFill>
              </a:rPr>
              <a:t>ﬁnding the largest value in an array of n integers</a:t>
            </a:r>
            <a:r>
              <a:rPr lang="en-US" sz="1800" dirty="0"/>
              <a:t>. The algorithm looks at each integer in turn, saving the position of the largest value seen so far. This algorithm is called </a:t>
            </a:r>
            <a:r>
              <a:rPr lang="en-US" sz="1800" dirty="0">
                <a:solidFill>
                  <a:srgbClr val="FF0000"/>
                </a:solidFill>
              </a:rPr>
              <a:t>the largest-value sequential search </a:t>
            </a:r>
            <a:r>
              <a:rPr lang="en-US" sz="1800" dirty="0"/>
              <a:t>and is illustrated by the following function:</a:t>
            </a:r>
          </a:p>
          <a:p>
            <a:pPr algn="just"/>
            <a:endParaRPr lang="en-US" sz="1800" dirty="0"/>
          </a:p>
          <a:p>
            <a:pPr algn="just"/>
            <a:endParaRPr lang="en-US" sz="1800" dirty="0"/>
          </a:p>
          <a:p>
            <a:pPr algn="just"/>
            <a:endParaRPr lang="en-US" sz="1800" dirty="0"/>
          </a:p>
          <a:p>
            <a:pPr algn="just"/>
            <a:endParaRPr lang="en-US" sz="1800" dirty="0"/>
          </a:p>
          <a:p>
            <a:pPr algn="just"/>
            <a:r>
              <a:rPr lang="en-US" sz="1800" dirty="0"/>
              <a:t> The </a:t>
            </a:r>
            <a:r>
              <a:rPr lang="en-US" sz="1800" b="1" dirty="0">
                <a:solidFill>
                  <a:srgbClr val="FF0000"/>
                </a:solidFill>
              </a:rPr>
              <a:t>size</a:t>
            </a:r>
            <a:r>
              <a:rPr lang="en-US" sz="1800" dirty="0"/>
              <a:t> of the problem is </a:t>
            </a:r>
            <a:r>
              <a:rPr lang="en-US" sz="1800" dirty="0" err="1">
                <a:solidFill>
                  <a:srgbClr val="FF0000"/>
                </a:solidFill>
              </a:rPr>
              <a:t>A.length</a:t>
            </a:r>
            <a:r>
              <a:rPr lang="en-US" sz="1800" dirty="0"/>
              <a:t>, the number of integers stored in array A</a:t>
            </a:r>
          </a:p>
          <a:p>
            <a:pPr algn="just"/>
            <a:r>
              <a:rPr lang="en-US" sz="1800" dirty="0"/>
              <a:t> The </a:t>
            </a:r>
            <a:r>
              <a:rPr lang="en-US" sz="1800" b="1" dirty="0">
                <a:solidFill>
                  <a:srgbClr val="FF0000"/>
                </a:solidFill>
              </a:rPr>
              <a:t>basic operation </a:t>
            </a:r>
            <a:r>
              <a:rPr lang="en-US" sz="1800" dirty="0"/>
              <a:t>is to </a:t>
            </a:r>
            <a:r>
              <a:rPr lang="en-US" sz="1800" dirty="0">
                <a:solidFill>
                  <a:srgbClr val="FF0000"/>
                </a:solidFill>
              </a:rPr>
              <a:t>compare an integer’s value </a:t>
            </a:r>
            <a:r>
              <a:rPr lang="en-US" sz="1800" dirty="0"/>
              <a:t>to that of the largest value seen.</a:t>
            </a:r>
          </a:p>
          <a:p>
            <a:pPr algn="just"/>
            <a:r>
              <a:rPr lang="en-US" sz="1800" dirty="0"/>
              <a:t>The time </a:t>
            </a:r>
            <a:r>
              <a:rPr lang="en-US" sz="1800" dirty="0">
                <a:solidFill>
                  <a:srgbClr val="FF0000"/>
                </a:solidFill>
              </a:rPr>
              <a:t>T</a:t>
            </a:r>
            <a:r>
              <a:rPr lang="en-US" sz="1800" dirty="0"/>
              <a:t> to run the algorithm as a function of n (</a:t>
            </a:r>
            <a:r>
              <a:rPr lang="en-US" sz="1800" dirty="0">
                <a:solidFill>
                  <a:srgbClr val="FF0000"/>
                </a:solidFill>
              </a:rPr>
              <a:t>n= input size</a:t>
            </a:r>
            <a:r>
              <a:rPr lang="en-US" sz="1800" dirty="0"/>
              <a:t>), written as </a:t>
            </a:r>
            <a:r>
              <a:rPr lang="en-US" sz="1800" dirty="0">
                <a:solidFill>
                  <a:srgbClr val="FF0000"/>
                </a:solidFill>
              </a:rPr>
              <a:t>T(n)</a:t>
            </a:r>
            <a:r>
              <a:rPr lang="en-US" sz="1800" dirty="0"/>
              <a:t>: non-negative value</a:t>
            </a:r>
          </a:p>
          <a:p>
            <a:pPr algn="just"/>
            <a:r>
              <a:rPr lang="en-US" sz="1800" dirty="0"/>
              <a:t> </a:t>
            </a:r>
            <a:r>
              <a:rPr lang="en-US" sz="1800" dirty="0">
                <a:solidFill>
                  <a:srgbClr val="FF0000"/>
                </a:solidFill>
              </a:rPr>
              <a:t>c</a:t>
            </a:r>
            <a:r>
              <a:rPr lang="en-US" sz="1800" dirty="0"/>
              <a:t> is the </a:t>
            </a:r>
            <a:r>
              <a:rPr lang="en-US" sz="1800" dirty="0">
                <a:solidFill>
                  <a:srgbClr val="FF0000"/>
                </a:solidFill>
              </a:rPr>
              <a:t>amount of time required to compare </a:t>
            </a:r>
            <a:r>
              <a:rPr lang="en-US" sz="1800" dirty="0"/>
              <a:t>two integers in function largest</a:t>
            </a:r>
          </a:p>
          <a:p>
            <a:pPr algn="just"/>
            <a:r>
              <a:rPr lang="en-US" sz="1800" dirty="0"/>
              <a:t>Running time expressed by the equation </a:t>
            </a:r>
            <a:r>
              <a:rPr lang="en-US" sz="1800" dirty="0">
                <a:solidFill>
                  <a:srgbClr val="FF0000"/>
                </a:solidFill>
              </a:rPr>
              <a:t>T(n) = </a:t>
            </a:r>
            <a:r>
              <a:rPr lang="en-US" sz="1800" dirty="0" err="1">
                <a:solidFill>
                  <a:srgbClr val="FF0000"/>
                </a:solidFill>
              </a:rPr>
              <a:t>cn</a:t>
            </a:r>
            <a:r>
              <a:rPr lang="en-US" sz="1800" dirty="0"/>
              <a:t> . This equation describes the growth rate for the running time of the largest value sequential search algorithm.</a:t>
            </a:r>
          </a:p>
          <a:p>
            <a:pPr algn="just"/>
            <a:endParaRPr lang="en-US" sz="1800" dirty="0"/>
          </a:p>
          <a:p>
            <a:pPr marL="64008" indent="0" algn="just">
              <a:buNone/>
            </a:pPr>
            <a:endParaRPr lang="en-US" sz="1800" dirty="0"/>
          </a:p>
          <a:p>
            <a:pPr algn="just"/>
            <a:endParaRPr lang="en-US" sz="1800" dirty="0"/>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57400" y="2209800"/>
            <a:ext cx="5943600" cy="16242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97954318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27432"/>
            <a:ext cx="8229600" cy="1399032"/>
          </a:xfrm>
        </p:spPr>
        <p:txBody>
          <a:bodyPr/>
          <a:lstStyle/>
          <a:p>
            <a:r>
              <a:rPr lang="en-US" dirty="0"/>
              <a:t>Example 3.2</a:t>
            </a:r>
          </a:p>
        </p:txBody>
      </p:sp>
      <p:sp>
        <p:nvSpPr>
          <p:cNvPr id="3" name="Content Placeholder 2"/>
          <p:cNvSpPr>
            <a:spLocks noGrp="1"/>
          </p:cNvSpPr>
          <p:nvPr>
            <p:ph idx="1"/>
          </p:nvPr>
        </p:nvSpPr>
        <p:spPr>
          <a:xfrm>
            <a:off x="457200" y="1219200"/>
            <a:ext cx="8077200" cy="4572000"/>
          </a:xfrm>
        </p:spPr>
        <p:txBody>
          <a:bodyPr>
            <a:noAutofit/>
          </a:bodyPr>
          <a:lstStyle/>
          <a:p>
            <a:pPr marL="64008" indent="0" algn="just">
              <a:buNone/>
            </a:pPr>
            <a:r>
              <a:rPr lang="en-US" sz="2000" dirty="0"/>
              <a:t>The running time of a statement that assigns the ﬁrst value of an integer array to a variable is simply the time required </a:t>
            </a:r>
            <a:r>
              <a:rPr lang="en-US" sz="2000" dirty="0">
                <a:solidFill>
                  <a:srgbClr val="7030A0"/>
                </a:solidFill>
              </a:rPr>
              <a:t>to copy the value of the ﬁrst array value</a:t>
            </a:r>
            <a:r>
              <a:rPr lang="en-US" sz="2000" dirty="0"/>
              <a:t>. </a:t>
            </a:r>
          </a:p>
          <a:p>
            <a:pPr algn="just">
              <a:lnSpc>
                <a:spcPct val="170000"/>
              </a:lnSpc>
            </a:pPr>
            <a:r>
              <a:rPr lang="en-US" sz="2000" dirty="0"/>
              <a:t> Takes a constant amount of time regardless of the value. Let us call </a:t>
            </a:r>
            <a:r>
              <a:rPr lang="en-US" sz="2000" dirty="0">
                <a:solidFill>
                  <a:srgbClr val="FF0000"/>
                </a:solidFill>
              </a:rPr>
              <a:t>c1, the amount of time necessary to copy an integer</a:t>
            </a:r>
            <a:r>
              <a:rPr lang="en-US" sz="2000" dirty="0"/>
              <a:t>. </a:t>
            </a:r>
          </a:p>
          <a:p>
            <a:pPr algn="just">
              <a:lnSpc>
                <a:spcPct val="170000"/>
              </a:lnSpc>
            </a:pPr>
            <a:r>
              <a:rPr lang="en-US" sz="2000" dirty="0">
                <a:solidFill>
                  <a:srgbClr val="FF0000"/>
                </a:solidFill>
              </a:rPr>
              <a:t>No matter how large the array </a:t>
            </a:r>
            <a:r>
              <a:rPr lang="en-US" sz="2000" dirty="0"/>
              <a:t>on a typical computer, the time to copy the value from the ﬁrst position of the array is always c1</a:t>
            </a:r>
          </a:p>
          <a:p>
            <a:pPr algn="just">
              <a:lnSpc>
                <a:spcPct val="170000"/>
              </a:lnSpc>
            </a:pPr>
            <a:r>
              <a:rPr lang="en-US" sz="2000" dirty="0"/>
              <a:t>The equation for this algorithm is simply </a:t>
            </a:r>
            <a:r>
              <a:rPr lang="en-US" sz="2000" dirty="0">
                <a:solidFill>
                  <a:srgbClr val="FF0000"/>
                </a:solidFill>
              </a:rPr>
              <a:t>T(n) = c1</a:t>
            </a:r>
            <a:r>
              <a:rPr lang="en-US" sz="2000" dirty="0"/>
              <a:t>, indicating that </a:t>
            </a:r>
            <a:r>
              <a:rPr lang="en-US" sz="2000" dirty="0">
                <a:solidFill>
                  <a:srgbClr val="FF0000"/>
                </a:solidFill>
              </a:rPr>
              <a:t>the size of the input n has no effect on the running time</a:t>
            </a:r>
            <a:r>
              <a:rPr lang="en-US" sz="2000" dirty="0"/>
              <a:t>. This is called </a:t>
            </a:r>
            <a:r>
              <a:rPr lang="en-US" sz="2000" dirty="0">
                <a:solidFill>
                  <a:srgbClr val="FF0000"/>
                </a:solidFill>
              </a:rPr>
              <a:t>a constant  running time</a:t>
            </a:r>
            <a:r>
              <a:rPr lang="en-US" sz="2000" dirty="0"/>
              <a:t>.</a:t>
            </a:r>
          </a:p>
          <a:p>
            <a:pPr algn="just">
              <a:lnSpc>
                <a:spcPct val="170000"/>
              </a:lnSpc>
            </a:pPr>
            <a:endParaRPr lang="en-US" sz="2000" dirty="0"/>
          </a:p>
        </p:txBody>
      </p:sp>
    </p:spTree>
    <p:extLst>
      <p:ext uri="{BB962C8B-B14F-4D97-AF65-F5344CB8AC3E}">
        <p14:creationId xmlns:p14="http://schemas.microsoft.com/office/powerpoint/2010/main" val="23189612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76200"/>
            <a:ext cx="8229600" cy="1399032"/>
          </a:xfrm>
        </p:spPr>
        <p:txBody>
          <a:bodyPr/>
          <a:lstStyle/>
          <a:p>
            <a:r>
              <a:rPr lang="en-US" dirty="0"/>
              <a:t>Example 3.3</a:t>
            </a:r>
          </a:p>
        </p:txBody>
      </p:sp>
      <p:sp>
        <p:nvSpPr>
          <p:cNvPr id="3" name="Content Placeholder 2"/>
          <p:cNvSpPr>
            <a:spLocks noGrp="1"/>
          </p:cNvSpPr>
          <p:nvPr>
            <p:ph idx="1"/>
          </p:nvPr>
        </p:nvSpPr>
        <p:spPr>
          <a:xfrm>
            <a:off x="533400" y="1143000"/>
            <a:ext cx="8001000" cy="5562600"/>
          </a:xfrm>
        </p:spPr>
        <p:txBody>
          <a:bodyPr>
            <a:normAutofit/>
          </a:bodyPr>
          <a:lstStyle/>
          <a:p>
            <a:pPr marL="64008" indent="0" algn="just">
              <a:buNone/>
            </a:pPr>
            <a:r>
              <a:rPr lang="en-US" sz="2000" dirty="0"/>
              <a:t>Consider the following code:</a:t>
            </a:r>
          </a:p>
          <a:p>
            <a:pPr marL="64008" indent="0" algn="just">
              <a:buNone/>
            </a:pPr>
            <a:r>
              <a:rPr lang="en-US" sz="2000" dirty="0"/>
              <a:t>sum = 0; </a:t>
            </a:r>
          </a:p>
          <a:p>
            <a:pPr marL="64008" indent="0" algn="just">
              <a:buNone/>
            </a:pPr>
            <a:r>
              <a:rPr lang="en-US" sz="2000" dirty="0"/>
              <a:t>for (</a:t>
            </a:r>
            <a:r>
              <a:rPr lang="en-US" sz="2000" dirty="0" err="1"/>
              <a:t>i</a:t>
            </a:r>
            <a:r>
              <a:rPr lang="en-US" sz="2000" dirty="0"/>
              <a:t>=1; </a:t>
            </a:r>
            <a:r>
              <a:rPr lang="en-US" sz="2000" dirty="0" err="1"/>
              <a:t>i</a:t>
            </a:r>
            <a:r>
              <a:rPr lang="en-US" sz="2000" dirty="0"/>
              <a:t>&lt;=n; </a:t>
            </a:r>
            <a:r>
              <a:rPr lang="en-US" sz="2000" dirty="0" err="1"/>
              <a:t>i</a:t>
            </a:r>
            <a:r>
              <a:rPr lang="en-US" sz="2000" dirty="0"/>
              <a:t>++) </a:t>
            </a:r>
          </a:p>
          <a:p>
            <a:pPr marL="64008" indent="0" algn="just">
              <a:buNone/>
            </a:pPr>
            <a:r>
              <a:rPr lang="en-US" sz="2000" dirty="0"/>
              <a:t>       for (j=1; j&lt;=n; j++) </a:t>
            </a:r>
          </a:p>
          <a:p>
            <a:pPr marL="64008" indent="0" algn="just">
              <a:buNone/>
            </a:pPr>
            <a:r>
              <a:rPr lang="en-US" sz="2000" dirty="0"/>
              <a:t>sum++; </a:t>
            </a:r>
          </a:p>
          <a:p>
            <a:pPr marL="64008" indent="0" algn="just">
              <a:buNone/>
            </a:pPr>
            <a:r>
              <a:rPr lang="en-US" sz="2000" dirty="0"/>
              <a:t>What is the running time for this code fragment?</a:t>
            </a:r>
          </a:p>
          <a:p>
            <a:pPr algn="just">
              <a:lnSpc>
                <a:spcPct val="150000"/>
              </a:lnSpc>
            </a:pPr>
            <a:r>
              <a:rPr lang="en-US" sz="2000" dirty="0"/>
              <a:t>It takes </a:t>
            </a:r>
            <a:r>
              <a:rPr lang="en-US" sz="2000" dirty="0">
                <a:solidFill>
                  <a:srgbClr val="FF0000"/>
                </a:solidFill>
              </a:rPr>
              <a:t>longer  to run </a:t>
            </a:r>
            <a:r>
              <a:rPr lang="en-US" sz="2000" dirty="0"/>
              <a:t>when </a:t>
            </a:r>
            <a:r>
              <a:rPr lang="en-US" sz="2000" dirty="0">
                <a:solidFill>
                  <a:srgbClr val="FF0000"/>
                </a:solidFill>
              </a:rPr>
              <a:t>n is larger</a:t>
            </a:r>
            <a:r>
              <a:rPr lang="en-US" sz="2000" dirty="0"/>
              <a:t>.</a:t>
            </a:r>
          </a:p>
          <a:p>
            <a:pPr algn="just">
              <a:lnSpc>
                <a:spcPct val="150000"/>
              </a:lnSpc>
            </a:pPr>
            <a:r>
              <a:rPr lang="en-US" sz="2000" dirty="0"/>
              <a:t>The </a:t>
            </a:r>
            <a:r>
              <a:rPr lang="en-US" sz="2000" b="1" dirty="0">
                <a:solidFill>
                  <a:srgbClr val="FF0000"/>
                </a:solidFill>
              </a:rPr>
              <a:t>basic operation </a:t>
            </a:r>
            <a:r>
              <a:rPr lang="en-US" sz="2000" dirty="0"/>
              <a:t>in this example is the </a:t>
            </a:r>
            <a:r>
              <a:rPr lang="en-US" sz="2000" dirty="0">
                <a:solidFill>
                  <a:srgbClr val="FF0000"/>
                </a:solidFill>
              </a:rPr>
              <a:t>increment operation </a:t>
            </a:r>
            <a:r>
              <a:rPr lang="en-US" sz="2000" dirty="0"/>
              <a:t>for variable sum. We can assume that </a:t>
            </a:r>
            <a:r>
              <a:rPr lang="en-US" sz="2000" dirty="0">
                <a:solidFill>
                  <a:srgbClr val="FF0000"/>
                </a:solidFill>
              </a:rPr>
              <a:t>incrementing takes constant time</a:t>
            </a:r>
            <a:r>
              <a:rPr lang="en-US" sz="2000" dirty="0"/>
              <a:t>; call this time </a:t>
            </a:r>
            <a:r>
              <a:rPr lang="en-US" sz="2000" dirty="0">
                <a:solidFill>
                  <a:srgbClr val="FF0000"/>
                </a:solidFill>
              </a:rPr>
              <a:t>c</a:t>
            </a:r>
            <a:r>
              <a:rPr lang="en-US" sz="2000" baseline="-25000" dirty="0">
                <a:solidFill>
                  <a:srgbClr val="FF0000"/>
                </a:solidFill>
              </a:rPr>
              <a:t>2</a:t>
            </a:r>
            <a:r>
              <a:rPr lang="en-US" sz="2000" dirty="0"/>
              <a:t>. </a:t>
            </a:r>
          </a:p>
          <a:p>
            <a:pPr algn="just">
              <a:lnSpc>
                <a:spcPct val="150000"/>
              </a:lnSpc>
            </a:pPr>
            <a:r>
              <a:rPr lang="en-US" sz="2000" dirty="0"/>
              <a:t> The total number of increment operations is n</a:t>
            </a:r>
            <a:r>
              <a:rPr lang="en-US" sz="2000" baseline="30000" dirty="0"/>
              <a:t>2</a:t>
            </a:r>
            <a:r>
              <a:rPr lang="en-US" sz="2000" dirty="0"/>
              <a:t>. Thus, the running time is </a:t>
            </a:r>
            <a:r>
              <a:rPr lang="en-US" sz="2000" dirty="0">
                <a:solidFill>
                  <a:srgbClr val="FF0000"/>
                </a:solidFill>
              </a:rPr>
              <a:t>T(n) = c</a:t>
            </a:r>
            <a:r>
              <a:rPr lang="en-US" sz="2000" baseline="-25000" dirty="0">
                <a:solidFill>
                  <a:srgbClr val="FF0000"/>
                </a:solidFill>
              </a:rPr>
              <a:t>2</a:t>
            </a:r>
            <a:r>
              <a:rPr lang="en-US" sz="2000" dirty="0">
                <a:solidFill>
                  <a:srgbClr val="FF0000"/>
                </a:solidFill>
              </a:rPr>
              <a:t>n</a:t>
            </a:r>
            <a:r>
              <a:rPr lang="en-US" sz="2000" baseline="30000" dirty="0">
                <a:solidFill>
                  <a:srgbClr val="FF0000"/>
                </a:solidFill>
              </a:rPr>
              <a:t>2</a:t>
            </a:r>
            <a:r>
              <a:rPr lang="en-US" sz="2000" dirty="0"/>
              <a:t>.</a:t>
            </a:r>
          </a:p>
        </p:txBody>
      </p:sp>
    </p:spTree>
    <p:extLst>
      <p:ext uri="{BB962C8B-B14F-4D97-AF65-F5344CB8AC3E}">
        <p14:creationId xmlns:p14="http://schemas.microsoft.com/office/powerpoint/2010/main" val="154958386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p:cNvSpPr>
            <a:spLocks noGrp="1" noChangeArrowheads="1"/>
          </p:cNvSpPr>
          <p:nvPr>
            <p:ph type="title"/>
          </p:nvPr>
        </p:nvSpPr>
        <p:spPr>
          <a:xfrm>
            <a:off x="152400" y="115094"/>
            <a:ext cx="8229600" cy="1180306"/>
          </a:xfrm>
        </p:spPr>
        <p:txBody>
          <a:bodyPr/>
          <a:lstStyle/>
          <a:p>
            <a:r>
              <a:rPr lang="en-US" altLang="ja-JP" b="1" dirty="0">
                <a:ea typeface="ＭＳ Ｐゴシック" charset="-128"/>
              </a:rPr>
              <a:t>Algorithm Growth Rates</a:t>
            </a:r>
          </a:p>
        </p:txBody>
      </p:sp>
      <p:sp>
        <p:nvSpPr>
          <p:cNvPr id="75779" name="Rectangle 3"/>
          <p:cNvSpPr>
            <a:spLocks noGrp="1" noChangeArrowheads="1"/>
          </p:cNvSpPr>
          <p:nvPr>
            <p:ph idx="1"/>
          </p:nvPr>
        </p:nvSpPr>
        <p:spPr>
          <a:xfrm>
            <a:off x="228600" y="1219200"/>
            <a:ext cx="8458200" cy="5867400"/>
          </a:xfrm>
        </p:spPr>
        <p:txBody>
          <a:bodyPr>
            <a:noAutofit/>
          </a:bodyPr>
          <a:lstStyle/>
          <a:p>
            <a:pPr algn="just">
              <a:lnSpc>
                <a:spcPct val="120000"/>
              </a:lnSpc>
            </a:pPr>
            <a:r>
              <a:rPr lang="en-US" sz="2000" dirty="0">
                <a:latin typeface="+mj-lt"/>
              </a:rPr>
              <a:t>Asymptotic Notations are languages that allow us to analyze an algorithm's running time by identifying its behavior </a:t>
            </a:r>
            <a:r>
              <a:rPr lang="en-US" sz="2000" dirty="0">
                <a:solidFill>
                  <a:srgbClr val="FF0000"/>
                </a:solidFill>
                <a:latin typeface="+mj-lt"/>
              </a:rPr>
              <a:t>as the input size for the algorithm increases</a:t>
            </a:r>
            <a:r>
              <a:rPr lang="en-US" sz="2000" dirty="0">
                <a:latin typeface="+mj-lt"/>
              </a:rPr>
              <a:t>. This is also known as an </a:t>
            </a:r>
            <a:r>
              <a:rPr lang="en-US" sz="2000" dirty="0">
                <a:solidFill>
                  <a:srgbClr val="FF0000"/>
                </a:solidFill>
                <a:latin typeface="+mj-lt"/>
              </a:rPr>
              <a:t>algorithm's growth rate</a:t>
            </a:r>
            <a:r>
              <a:rPr lang="en-US" sz="2000" dirty="0">
                <a:latin typeface="+mj-lt"/>
              </a:rPr>
              <a:t>.</a:t>
            </a:r>
          </a:p>
          <a:p>
            <a:pPr algn="just">
              <a:lnSpc>
                <a:spcPct val="120000"/>
              </a:lnSpc>
            </a:pPr>
            <a:r>
              <a:rPr lang="en-US" sz="2000" dirty="0">
                <a:latin typeface="+mj-lt"/>
              </a:rPr>
              <a:t>The asymptotic behavior of a function </a:t>
            </a:r>
            <a:r>
              <a:rPr lang="en-US" sz="2000" i="1" dirty="0">
                <a:latin typeface="+mj-lt"/>
              </a:rPr>
              <a:t>f(n)</a:t>
            </a:r>
            <a:r>
              <a:rPr lang="en-US" sz="2000" dirty="0">
                <a:latin typeface="+mj-lt"/>
              </a:rPr>
              <a:t> (such as </a:t>
            </a:r>
            <a:r>
              <a:rPr lang="en-US" sz="2000" i="1" dirty="0">
                <a:latin typeface="+mj-lt"/>
              </a:rPr>
              <a:t>f(n)=c*n </a:t>
            </a:r>
            <a:r>
              <a:rPr lang="en-US" sz="2000" dirty="0">
                <a:latin typeface="+mj-lt"/>
              </a:rPr>
              <a:t>or </a:t>
            </a:r>
            <a:r>
              <a:rPr lang="en-US" sz="2000" i="1" dirty="0">
                <a:latin typeface="+mj-lt"/>
              </a:rPr>
              <a:t>f(n)=c*n</a:t>
            </a:r>
            <a:r>
              <a:rPr lang="en-US" sz="2000" i="1" baseline="30000" dirty="0">
                <a:latin typeface="+mj-lt"/>
              </a:rPr>
              <a:t>2</a:t>
            </a:r>
            <a:r>
              <a:rPr lang="en-US" sz="2000" dirty="0">
                <a:latin typeface="+mj-lt"/>
              </a:rPr>
              <a:t>, etc.)</a:t>
            </a:r>
            <a:r>
              <a:rPr lang="en-US" sz="2000" i="1" dirty="0">
                <a:latin typeface="+mj-lt"/>
              </a:rPr>
              <a:t> </a:t>
            </a:r>
            <a:r>
              <a:rPr lang="en-US" sz="2000" dirty="0">
                <a:latin typeface="+mj-lt"/>
              </a:rPr>
              <a:t>refers to the growth of </a:t>
            </a:r>
            <a:r>
              <a:rPr lang="en-US" sz="2000" i="1" dirty="0">
                <a:latin typeface="+mj-lt"/>
              </a:rPr>
              <a:t>f(n)</a:t>
            </a:r>
            <a:r>
              <a:rPr lang="en-US" sz="2000" dirty="0">
                <a:latin typeface="+mj-lt"/>
              </a:rPr>
              <a:t> as </a:t>
            </a:r>
            <a:r>
              <a:rPr lang="en-US" sz="2000" i="1" dirty="0">
                <a:latin typeface="+mj-lt"/>
              </a:rPr>
              <a:t>n</a:t>
            </a:r>
            <a:r>
              <a:rPr lang="en-US" sz="2000" dirty="0">
                <a:latin typeface="+mj-lt"/>
              </a:rPr>
              <a:t> gets large. We typically </a:t>
            </a:r>
            <a:r>
              <a:rPr lang="en-US" sz="2000" dirty="0">
                <a:solidFill>
                  <a:srgbClr val="FF0000"/>
                </a:solidFill>
                <a:latin typeface="+mj-lt"/>
              </a:rPr>
              <a:t>ignore small values of </a:t>
            </a:r>
            <a:r>
              <a:rPr lang="en-US" sz="2000" i="1" dirty="0">
                <a:solidFill>
                  <a:srgbClr val="FF0000"/>
                </a:solidFill>
                <a:latin typeface="+mj-lt"/>
              </a:rPr>
              <a:t>n</a:t>
            </a:r>
            <a:r>
              <a:rPr lang="en-US" sz="2000" dirty="0">
                <a:latin typeface="+mj-lt"/>
              </a:rPr>
              <a:t>, since we are usually interested in </a:t>
            </a:r>
            <a:r>
              <a:rPr lang="en-US" sz="2000" dirty="0">
                <a:solidFill>
                  <a:srgbClr val="FF0000"/>
                </a:solidFill>
                <a:latin typeface="+mj-lt"/>
              </a:rPr>
              <a:t>estimating how slow the program will be on large inputs</a:t>
            </a:r>
            <a:r>
              <a:rPr lang="en-US" sz="2000" dirty="0">
                <a:latin typeface="+mj-lt"/>
              </a:rPr>
              <a:t>. </a:t>
            </a:r>
          </a:p>
          <a:p>
            <a:pPr algn="just">
              <a:lnSpc>
                <a:spcPct val="120000"/>
              </a:lnSpc>
            </a:pPr>
            <a:r>
              <a:rPr lang="en-US" sz="2000" dirty="0">
                <a:solidFill>
                  <a:srgbClr val="FF0000"/>
                </a:solidFill>
                <a:latin typeface="+mj-lt"/>
              </a:rPr>
              <a:t>The slower the asymptotic growth rate, the better the algorithm</a:t>
            </a:r>
            <a:r>
              <a:rPr lang="en-US" sz="2000" dirty="0">
                <a:latin typeface="+mj-lt"/>
              </a:rPr>
              <a:t> .</a:t>
            </a:r>
            <a:endParaRPr lang="en-US" altLang="ja-JP" sz="2000" dirty="0">
              <a:latin typeface="+mj-lt"/>
              <a:ea typeface="ＭＳ Ｐゴシック" charset="-128"/>
            </a:endParaRPr>
          </a:p>
          <a:p>
            <a:pPr algn="just">
              <a:lnSpc>
                <a:spcPct val="120000"/>
              </a:lnSpc>
            </a:pPr>
            <a:r>
              <a:rPr lang="en-US" altLang="ja-JP" sz="2000" dirty="0">
                <a:latin typeface="+mj-lt"/>
                <a:ea typeface="ＭＳ Ｐゴシック" charset="-128"/>
              </a:rPr>
              <a:t>We measure an algorithm’s time requirement as a function of the </a:t>
            </a:r>
            <a:r>
              <a:rPr lang="en-US" altLang="ja-JP" sz="2000" i="1" dirty="0">
                <a:latin typeface="+mj-lt"/>
                <a:ea typeface="ＭＳ Ｐゴシック" charset="-128"/>
              </a:rPr>
              <a:t>problem size</a:t>
            </a:r>
            <a:r>
              <a:rPr lang="en-US" altLang="ja-JP" sz="2000" dirty="0">
                <a:latin typeface="+mj-lt"/>
                <a:ea typeface="ＭＳ Ｐゴシック" charset="-128"/>
              </a:rPr>
              <a:t>.</a:t>
            </a:r>
          </a:p>
          <a:p>
            <a:pPr lvl="1" algn="just">
              <a:lnSpc>
                <a:spcPct val="120000"/>
              </a:lnSpc>
              <a:buFont typeface="Wingdings" pitchFamily="2" charset="2"/>
              <a:buChar char="Ø"/>
            </a:pPr>
            <a:r>
              <a:rPr lang="en-US" altLang="ja-JP" dirty="0">
                <a:solidFill>
                  <a:srgbClr val="FF0000"/>
                </a:solidFill>
                <a:latin typeface="+mj-lt"/>
                <a:ea typeface="ＭＳ Ｐゴシック" charset="-128"/>
              </a:rPr>
              <a:t>Problem size depends on the application</a:t>
            </a:r>
            <a:r>
              <a:rPr lang="en-US" altLang="ja-JP" dirty="0">
                <a:latin typeface="+mj-lt"/>
                <a:ea typeface="ＭＳ Ｐゴシック" charset="-128"/>
              </a:rPr>
              <a:t>: e.g. number of elements in a list for a  sorting algorithm, the number of disks for towers of Hanoi.</a:t>
            </a:r>
          </a:p>
          <a:p>
            <a:pPr marL="537210" lvl="1" indent="0" algn="just">
              <a:lnSpc>
                <a:spcPct val="120000"/>
              </a:lnSpc>
              <a:buNone/>
            </a:pPr>
            <a:endParaRPr lang="en-US" altLang="ja-JP" dirty="0">
              <a:latin typeface="+mj-lt"/>
              <a:ea typeface="ＭＳ Ｐゴシック" charset="-128"/>
            </a:endParaRPr>
          </a:p>
        </p:txBody>
      </p:sp>
      <p:sp>
        <p:nvSpPr>
          <p:cNvPr id="6" name="スライド番号プレースホルダ 5"/>
          <p:cNvSpPr>
            <a:spLocks noGrp="1"/>
          </p:cNvSpPr>
          <p:nvPr>
            <p:ph type="sldNum" sz="quarter" idx="12"/>
          </p:nvPr>
        </p:nvSpPr>
        <p:spPr/>
        <p:txBody>
          <a:bodyPr/>
          <a:lstStyle/>
          <a:p>
            <a:fld id="{27CF3FEF-F31B-40B7-B8A8-70148C518617}" type="slidenum">
              <a:rPr lang="en-US" altLang="ja-JP"/>
              <a:pPr/>
              <a:t>11</a:t>
            </a:fld>
            <a:endParaRPr lang="en-US" altLang="ja-JP"/>
          </a:p>
        </p:txBody>
      </p:sp>
    </p:spTree>
    <p:extLst>
      <p:ext uri="{BB962C8B-B14F-4D97-AF65-F5344CB8AC3E}">
        <p14:creationId xmlns:p14="http://schemas.microsoft.com/office/powerpoint/2010/main" val="11506424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p:cNvSpPr>
            <a:spLocks noGrp="1" noChangeArrowheads="1"/>
          </p:cNvSpPr>
          <p:nvPr>
            <p:ph type="title"/>
          </p:nvPr>
        </p:nvSpPr>
        <p:spPr>
          <a:xfrm>
            <a:off x="457200" y="115094"/>
            <a:ext cx="8229600" cy="1180306"/>
          </a:xfrm>
        </p:spPr>
        <p:txBody>
          <a:bodyPr>
            <a:normAutofit/>
          </a:bodyPr>
          <a:lstStyle/>
          <a:p>
            <a:r>
              <a:rPr lang="en-US" altLang="ja-JP" b="1" dirty="0">
                <a:ea typeface="ＭＳ Ｐゴシック" charset="-128"/>
              </a:rPr>
              <a:t>Algorithm Growth Rates (cont.)</a:t>
            </a:r>
          </a:p>
        </p:txBody>
      </p:sp>
      <p:sp>
        <p:nvSpPr>
          <p:cNvPr id="75779" name="Rectangle 3"/>
          <p:cNvSpPr>
            <a:spLocks noGrp="1" noChangeArrowheads="1"/>
          </p:cNvSpPr>
          <p:nvPr>
            <p:ph idx="1"/>
          </p:nvPr>
        </p:nvSpPr>
        <p:spPr>
          <a:xfrm>
            <a:off x="762000" y="990600"/>
            <a:ext cx="7924800" cy="5867400"/>
          </a:xfrm>
        </p:spPr>
        <p:txBody>
          <a:bodyPr>
            <a:noAutofit/>
          </a:bodyPr>
          <a:lstStyle/>
          <a:p>
            <a:pPr algn="just">
              <a:lnSpc>
                <a:spcPct val="120000"/>
              </a:lnSpc>
            </a:pPr>
            <a:r>
              <a:rPr lang="en-US" altLang="ja-JP" sz="2000" dirty="0">
                <a:latin typeface="+mj-lt"/>
                <a:ea typeface="ＭＳ Ｐゴシック" charset="-128"/>
              </a:rPr>
              <a:t>So, for instance, we say that (if the problem size is n)</a:t>
            </a:r>
          </a:p>
          <a:p>
            <a:pPr lvl="1" algn="just">
              <a:lnSpc>
                <a:spcPct val="120000"/>
              </a:lnSpc>
              <a:buFont typeface="Wingdings" pitchFamily="2" charset="2"/>
              <a:buChar char="Ø"/>
            </a:pPr>
            <a:r>
              <a:rPr lang="en-US" altLang="ja-JP" sz="2000" dirty="0">
                <a:latin typeface="+mj-lt"/>
                <a:ea typeface="ＭＳ Ｐゴシック" charset="-128"/>
              </a:rPr>
              <a:t>Algorithm A requires </a:t>
            </a:r>
            <a:r>
              <a:rPr lang="en-US" altLang="ja-JP" sz="2000" b="1" dirty="0">
                <a:solidFill>
                  <a:schemeClr val="accent1">
                    <a:lumMod val="75000"/>
                  </a:schemeClr>
                </a:solidFill>
                <a:latin typeface="+mj-lt"/>
                <a:ea typeface="ＭＳ Ｐゴシック" charset="-128"/>
              </a:rPr>
              <a:t>5*n</a:t>
            </a:r>
            <a:r>
              <a:rPr lang="en-US" altLang="ja-JP" sz="2000" b="1" baseline="30000" dirty="0">
                <a:solidFill>
                  <a:schemeClr val="accent1">
                    <a:lumMod val="75000"/>
                  </a:schemeClr>
                </a:solidFill>
                <a:latin typeface="+mj-lt"/>
                <a:ea typeface="ＭＳ Ｐゴシック" charset="-128"/>
              </a:rPr>
              <a:t>2</a:t>
            </a:r>
            <a:r>
              <a:rPr lang="en-US" altLang="ja-JP" sz="2000" dirty="0">
                <a:latin typeface="+mj-lt"/>
                <a:ea typeface="ＭＳ Ｐゴシック" charset="-128"/>
              </a:rPr>
              <a:t> time units to solve a problem of size n.</a:t>
            </a:r>
          </a:p>
          <a:p>
            <a:pPr lvl="1" algn="just">
              <a:lnSpc>
                <a:spcPct val="120000"/>
              </a:lnSpc>
              <a:buFont typeface="Wingdings" pitchFamily="2" charset="2"/>
              <a:buChar char="Ø"/>
            </a:pPr>
            <a:r>
              <a:rPr lang="en-US" altLang="ja-JP" sz="2000" dirty="0">
                <a:latin typeface="+mj-lt"/>
                <a:ea typeface="ＭＳ Ｐゴシック" charset="-128"/>
              </a:rPr>
              <a:t>Algorithm B requires </a:t>
            </a:r>
            <a:r>
              <a:rPr lang="en-US" altLang="ja-JP" sz="2000" b="1" dirty="0">
                <a:solidFill>
                  <a:schemeClr val="accent1">
                    <a:lumMod val="75000"/>
                  </a:schemeClr>
                </a:solidFill>
                <a:latin typeface="+mj-lt"/>
                <a:ea typeface="ＭＳ Ｐゴシック" charset="-128"/>
              </a:rPr>
              <a:t>7*n</a:t>
            </a:r>
            <a:r>
              <a:rPr lang="en-US" altLang="ja-JP" sz="2000" dirty="0">
                <a:solidFill>
                  <a:schemeClr val="accent1">
                    <a:lumMod val="75000"/>
                  </a:schemeClr>
                </a:solidFill>
                <a:latin typeface="+mj-lt"/>
                <a:ea typeface="ＭＳ Ｐゴシック" charset="-128"/>
              </a:rPr>
              <a:t> </a:t>
            </a:r>
            <a:r>
              <a:rPr lang="en-US" altLang="ja-JP" sz="2000" dirty="0">
                <a:latin typeface="+mj-lt"/>
                <a:ea typeface="ＭＳ Ｐゴシック" charset="-128"/>
              </a:rPr>
              <a:t> time units to solve a problem of size n.</a:t>
            </a:r>
          </a:p>
          <a:p>
            <a:pPr algn="just">
              <a:lnSpc>
                <a:spcPct val="120000"/>
              </a:lnSpc>
            </a:pPr>
            <a:r>
              <a:rPr lang="en-US" altLang="ja-JP" sz="2000" dirty="0">
                <a:latin typeface="+mj-lt"/>
                <a:ea typeface="ＭＳ Ｐゴシック" charset="-128"/>
              </a:rPr>
              <a:t>The most important thing to learn is how quickly the algorithm’s time requirement grows as a function of the problem size.</a:t>
            </a:r>
          </a:p>
          <a:p>
            <a:pPr lvl="1" algn="just">
              <a:lnSpc>
                <a:spcPct val="120000"/>
              </a:lnSpc>
              <a:buFont typeface="Wingdings" pitchFamily="2" charset="2"/>
              <a:buChar char="Ø"/>
            </a:pPr>
            <a:r>
              <a:rPr lang="en-US" altLang="ja-JP" sz="2000" dirty="0">
                <a:latin typeface="+mj-lt"/>
                <a:ea typeface="ＭＳ Ｐゴシック" charset="-128"/>
              </a:rPr>
              <a:t>Algorithm A requires time proportional to </a:t>
            </a:r>
            <a:r>
              <a:rPr lang="en-US" altLang="ja-JP" sz="2000" b="1" dirty="0">
                <a:solidFill>
                  <a:schemeClr val="accent1">
                    <a:lumMod val="75000"/>
                  </a:schemeClr>
                </a:solidFill>
                <a:latin typeface="+mj-lt"/>
                <a:ea typeface="ＭＳ Ｐゴシック" charset="-128"/>
              </a:rPr>
              <a:t>n</a:t>
            </a:r>
            <a:r>
              <a:rPr lang="en-US" altLang="ja-JP" sz="2000" b="1" baseline="30000" dirty="0">
                <a:solidFill>
                  <a:schemeClr val="accent1">
                    <a:lumMod val="75000"/>
                  </a:schemeClr>
                </a:solidFill>
                <a:latin typeface="+mj-lt"/>
                <a:ea typeface="ＭＳ Ｐゴシック" charset="-128"/>
              </a:rPr>
              <a:t>2</a:t>
            </a:r>
            <a:r>
              <a:rPr lang="en-US" altLang="ja-JP" sz="2000" dirty="0">
                <a:latin typeface="+mj-lt"/>
                <a:ea typeface="ＭＳ Ｐゴシック" charset="-128"/>
              </a:rPr>
              <a:t>.</a:t>
            </a:r>
          </a:p>
          <a:p>
            <a:pPr lvl="1" algn="just">
              <a:lnSpc>
                <a:spcPct val="120000"/>
              </a:lnSpc>
              <a:buFont typeface="Wingdings" pitchFamily="2" charset="2"/>
              <a:buChar char="Ø"/>
            </a:pPr>
            <a:r>
              <a:rPr lang="en-US" altLang="ja-JP" sz="2000" dirty="0">
                <a:latin typeface="+mj-lt"/>
                <a:ea typeface="ＭＳ Ｐゴシック" charset="-128"/>
              </a:rPr>
              <a:t>Algorithm B requires time proportional to </a:t>
            </a:r>
            <a:r>
              <a:rPr lang="en-US" altLang="ja-JP" sz="2000" b="1" dirty="0">
                <a:solidFill>
                  <a:schemeClr val="accent1">
                    <a:lumMod val="75000"/>
                  </a:schemeClr>
                </a:solidFill>
                <a:latin typeface="+mj-lt"/>
                <a:ea typeface="ＭＳ Ｐゴシック" charset="-128"/>
              </a:rPr>
              <a:t>n</a:t>
            </a:r>
            <a:r>
              <a:rPr lang="en-US" altLang="ja-JP" sz="2000" dirty="0">
                <a:latin typeface="+mj-lt"/>
                <a:ea typeface="ＭＳ Ｐゴシック" charset="-128"/>
              </a:rPr>
              <a:t>.</a:t>
            </a:r>
          </a:p>
          <a:p>
            <a:pPr algn="just">
              <a:lnSpc>
                <a:spcPct val="120000"/>
              </a:lnSpc>
            </a:pPr>
            <a:r>
              <a:rPr lang="en-US" altLang="ja-JP" sz="2000" dirty="0">
                <a:latin typeface="+mj-lt"/>
                <a:ea typeface="ＭＳ Ｐゴシック" charset="-128"/>
              </a:rPr>
              <a:t>An algorithm’s proportional time requirement is known as </a:t>
            </a:r>
            <a:r>
              <a:rPr lang="en-US" altLang="ja-JP" sz="2000" b="1" i="1" dirty="0">
                <a:solidFill>
                  <a:schemeClr val="accent1">
                    <a:lumMod val="75000"/>
                  </a:schemeClr>
                </a:solidFill>
                <a:latin typeface="+mj-lt"/>
                <a:ea typeface="ＭＳ Ｐゴシック" charset="-128"/>
              </a:rPr>
              <a:t>growth rate</a:t>
            </a:r>
            <a:r>
              <a:rPr lang="en-US" altLang="ja-JP" sz="2000" dirty="0">
                <a:latin typeface="+mj-lt"/>
                <a:ea typeface="ＭＳ Ｐゴシック" charset="-128"/>
              </a:rPr>
              <a:t>. </a:t>
            </a:r>
          </a:p>
          <a:p>
            <a:pPr algn="just">
              <a:lnSpc>
                <a:spcPct val="120000"/>
              </a:lnSpc>
            </a:pPr>
            <a:r>
              <a:rPr lang="en-US" altLang="ja-JP" sz="2000" dirty="0">
                <a:latin typeface="+mj-lt"/>
                <a:ea typeface="ＭＳ Ｐゴシック" charset="-128"/>
              </a:rPr>
              <a:t>We can compare the efficiency of two algorithms by comparing their growth rates.</a:t>
            </a:r>
          </a:p>
          <a:p>
            <a:pPr lvl="1" algn="just">
              <a:lnSpc>
                <a:spcPct val="120000"/>
              </a:lnSpc>
            </a:pPr>
            <a:endParaRPr lang="en-US" altLang="ja-JP" sz="2000" dirty="0">
              <a:latin typeface="+mj-lt"/>
              <a:ea typeface="ＭＳ Ｐゴシック" charset="-128"/>
            </a:endParaRPr>
          </a:p>
          <a:p>
            <a:pPr lvl="1" algn="just">
              <a:lnSpc>
                <a:spcPct val="120000"/>
              </a:lnSpc>
            </a:pPr>
            <a:endParaRPr lang="en-US" altLang="ja-JP" sz="2000" dirty="0">
              <a:latin typeface="+mj-lt"/>
              <a:ea typeface="ＭＳ Ｐゴシック" charset="-128"/>
            </a:endParaRPr>
          </a:p>
        </p:txBody>
      </p:sp>
      <p:sp>
        <p:nvSpPr>
          <p:cNvPr id="6" name="スライド番号プレースホルダ 5"/>
          <p:cNvSpPr>
            <a:spLocks noGrp="1"/>
          </p:cNvSpPr>
          <p:nvPr>
            <p:ph type="sldNum" sz="quarter" idx="12"/>
          </p:nvPr>
        </p:nvSpPr>
        <p:spPr/>
        <p:txBody>
          <a:bodyPr/>
          <a:lstStyle/>
          <a:p>
            <a:fld id="{27CF3FEF-F31B-40B7-B8A8-70148C518617}" type="slidenum">
              <a:rPr lang="en-US" altLang="ja-JP"/>
              <a:pPr/>
              <a:t>12</a:t>
            </a:fld>
            <a:endParaRPr lang="en-US" altLang="ja-JP"/>
          </a:p>
        </p:txBody>
      </p:sp>
    </p:spTree>
    <p:extLst>
      <p:ext uri="{BB962C8B-B14F-4D97-AF65-F5344CB8AC3E}">
        <p14:creationId xmlns:p14="http://schemas.microsoft.com/office/powerpoint/2010/main" val="100564503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152400"/>
            <a:ext cx="8229600" cy="1399032"/>
          </a:xfrm>
        </p:spPr>
        <p:txBody>
          <a:bodyPr>
            <a:normAutofit/>
          </a:bodyPr>
          <a:lstStyle/>
          <a:p>
            <a:r>
              <a:rPr lang="en-US" sz="4000" dirty="0"/>
              <a:t>Figure 3.1 Growth Rate </a:t>
            </a:r>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6800" y="990600"/>
            <a:ext cx="4650365" cy="27289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123"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62400" y="3719512"/>
            <a:ext cx="4743855" cy="293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13761789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utoShape 2" descr="Image result for algorithm analysis"/>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 name="AutoShape 4" descr="Image result for algorithm analysis"/>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5125"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0" y="330200"/>
            <a:ext cx="4495800" cy="599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20708412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762000" y="228600"/>
            <a:ext cx="7772400" cy="838200"/>
          </a:xfrm>
        </p:spPr>
        <p:txBody>
          <a:bodyPr/>
          <a:lstStyle/>
          <a:p>
            <a:r>
              <a:rPr lang="en-US" altLang="ja-JP" b="1" dirty="0">
                <a:ea typeface="ＭＳ Ｐゴシック" charset="-128"/>
              </a:rPr>
              <a:t>Common Growth Rates </a:t>
            </a:r>
          </a:p>
        </p:txBody>
      </p:sp>
      <p:graphicFrame>
        <p:nvGraphicFramePr>
          <p:cNvPr id="7207" name="Group 39"/>
          <p:cNvGraphicFramePr>
            <a:graphicFrameLocks noGrp="1"/>
          </p:cNvGraphicFramePr>
          <p:nvPr>
            <p:ph type="tbl" idx="1"/>
            <p:extLst>
              <p:ext uri="{D42A27DB-BD31-4B8C-83A1-F6EECF244321}">
                <p14:modId xmlns:p14="http://schemas.microsoft.com/office/powerpoint/2010/main" val="1729455275"/>
              </p:ext>
            </p:extLst>
          </p:nvPr>
        </p:nvGraphicFramePr>
        <p:xfrm>
          <a:off x="685800" y="1295400"/>
          <a:ext cx="7772400" cy="4145280"/>
        </p:xfrm>
        <a:graphic>
          <a:graphicData uri="http://schemas.openxmlformats.org/drawingml/2006/table">
            <a:tbl>
              <a:tblPr/>
              <a:tblGrid>
                <a:gridCol w="3886200">
                  <a:extLst>
                    <a:ext uri="{9D8B030D-6E8A-4147-A177-3AD203B41FA5}">
                      <a16:colId xmlns:a16="http://schemas.microsoft.com/office/drawing/2014/main" val="20000"/>
                    </a:ext>
                  </a:extLst>
                </a:gridCol>
                <a:gridCol w="3886200">
                  <a:extLst>
                    <a:ext uri="{9D8B030D-6E8A-4147-A177-3AD203B41FA5}">
                      <a16:colId xmlns:a16="http://schemas.microsoft.com/office/drawing/2014/main" val="20001"/>
                    </a:ext>
                  </a:extLst>
                </a:gridCol>
              </a:tblGrid>
              <a:tr h="460375">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ja-JP" sz="2800" b="0" i="0" u="none" strike="noStrike" cap="none" normalizeH="0" baseline="0" dirty="0">
                          <a:ln>
                            <a:noFill/>
                          </a:ln>
                          <a:solidFill>
                            <a:schemeClr val="tx1"/>
                          </a:solidFill>
                          <a:effectLst/>
                          <a:latin typeface="Times New Roman" pitchFamily="18" charset="0"/>
                          <a:ea typeface="ＭＳ Ｐゴシック" charset="-128"/>
                        </a:rPr>
                        <a:t>Function</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folHlink"/>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ja-JP" sz="2800" b="0" i="0" u="none" strike="noStrike" cap="none" normalizeH="0" baseline="0">
                          <a:ln>
                            <a:noFill/>
                          </a:ln>
                          <a:solidFill>
                            <a:schemeClr val="tx1"/>
                          </a:solidFill>
                          <a:effectLst/>
                          <a:latin typeface="Times New Roman" pitchFamily="18" charset="0"/>
                          <a:ea typeface="ＭＳ Ｐゴシック" charset="-128"/>
                        </a:rPr>
                        <a:t>Growth Rate Name</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folHlink"/>
                    </a:solidFill>
                  </a:tcPr>
                </a:tc>
                <a:extLst>
                  <a:ext uri="{0D108BD9-81ED-4DB2-BD59-A6C34878D82A}">
                    <a16:rowId xmlns:a16="http://schemas.microsoft.com/office/drawing/2014/main" val="10000"/>
                  </a:ext>
                </a:extLst>
              </a:tr>
              <a:tr h="45878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ja-JP" sz="2800" b="0" i="1" u="none" strike="noStrike" cap="none" normalizeH="0" baseline="0">
                          <a:ln>
                            <a:noFill/>
                          </a:ln>
                          <a:solidFill>
                            <a:schemeClr val="tx1"/>
                          </a:solidFill>
                          <a:effectLst/>
                          <a:latin typeface="Times New Roman" pitchFamily="18" charset="0"/>
                          <a:ea typeface="ＭＳ Ｐゴシック" charset="-128"/>
                        </a:rPr>
                        <a:t>c</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ja-JP" sz="2800" b="0" i="0" u="none" strike="noStrike" cap="none" normalizeH="0" baseline="0" dirty="0">
                          <a:ln>
                            <a:noFill/>
                          </a:ln>
                          <a:solidFill>
                            <a:schemeClr val="tx1"/>
                          </a:solidFill>
                          <a:effectLst/>
                          <a:latin typeface="Times New Roman" pitchFamily="18" charset="0"/>
                          <a:ea typeface="ＭＳ Ｐゴシック" charset="-128"/>
                        </a:rPr>
                        <a:t>Constant</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5878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ja-JP" sz="2800" b="0" i="1" u="none" strike="noStrike" cap="none" normalizeH="0" baseline="0" dirty="0">
                          <a:ln>
                            <a:noFill/>
                          </a:ln>
                          <a:solidFill>
                            <a:schemeClr val="tx1"/>
                          </a:solidFill>
                          <a:effectLst/>
                          <a:latin typeface="Times New Roman" pitchFamily="18" charset="0"/>
                          <a:ea typeface="ＭＳ Ｐゴシック" charset="-128"/>
                        </a:rPr>
                        <a:t>log n</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ja-JP" sz="2800" b="0" i="0" u="none" strike="noStrike" cap="none" normalizeH="0" baseline="0" dirty="0">
                          <a:ln>
                            <a:noFill/>
                          </a:ln>
                          <a:solidFill>
                            <a:schemeClr val="tx1"/>
                          </a:solidFill>
                          <a:effectLst/>
                          <a:latin typeface="Times New Roman" pitchFamily="18" charset="0"/>
                          <a:ea typeface="ＭＳ Ｐゴシック" charset="-128"/>
                        </a:rPr>
                        <a:t>Logarithmic</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5878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ja-JP" sz="2800" b="0" i="1" u="none" strike="noStrike" cap="none" normalizeH="0" baseline="0" dirty="0">
                          <a:ln>
                            <a:noFill/>
                          </a:ln>
                          <a:solidFill>
                            <a:schemeClr val="tx1"/>
                          </a:solidFill>
                          <a:effectLst/>
                          <a:latin typeface="Times New Roman" pitchFamily="18" charset="0"/>
                          <a:ea typeface="ＭＳ Ｐゴシック" charset="-128"/>
                        </a:rPr>
                        <a:t>log</a:t>
                      </a:r>
                      <a:r>
                        <a:rPr kumimoji="0" lang="en-US" altLang="ja-JP" sz="2800" b="0" i="1" u="none" strike="noStrike" cap="none" normalizeH="0" baseline="30000" dirty="0">
                          <a:ln>
                            <a:noFill/>
                          </a:ln>
                          <a:solidFill>
                            <a:schemeClr val="tx1"/>
                          </a:solidFill>
                          <a:effectLst/>
                          <a:latin typeface="Times New Roman" pitchFamily="18" charset="0"/>
                          <a:ea typeface="ＭＳ Ｐゴシック" charset="-128"/>
                        </a:rPr>
                        <a:t>2</a:t>
                      </a:r>
                      <a:r>
                        <a:rPr kumimoji="0" lang="en-US" altLang="ja-JP" sz="2800" b="0" i="1" u="none" strike="noStrike" cap="none" normalizeH="0" baseline="0" dirty="0">
                          <a:ln>
                            <a:noFill/>
                          </a:ln>
                          <a:solidFill>
                            <a:schemeClr val="tx1"/>
                          </a:solidFill>
                          <a:effectLst/>
                          <a:latin typeface="Times New Roman" pitchFamily="18" charset="0"/>
                          <a:ea typeface="ＭＳ Ｐゴシック" charset="-128"/>
                        </a:rPr>
                        <a:t>n</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ja-JP" sz="2800" b="0" i="0" u="none" strike="noStrike" cap="none" normalizeH="0" baseline="0" dirty="0">
                          <a:ln>
                            <a:noFill/>
                          </a:ln>
                          <a:solidFill>
                            <a:schemeClr val="tx1"/>
                          </a:solidFill>
                          <a:effectLst/>
                          <a:latin typeface="Times New Roman" pitchFamily="18" charset="0"/>
                          <a:ea typeface="ＭＳ Ｐゴシック" charset="-128"/>
                        </a:rPr>
                        <a:t>Log-squared</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60375">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ja-JP" sz="2800" b="0" i="1" u="none" strike="noStrike" cap="none" normalizeH="0" baseline="0" dirty="0">
                          <a:ln>
                            <a:noFill/>
                          </a:ln>
                          <a:solidFill>
                            <a:schemeClr val="tx1"/>
                          </a:solidFill>
                          <a:effectLst/>
                          <a:latin typeface="Times New Roman" pitchFamily="18" charset="0"/>
                          <a:ea typeface="ＭＳ Ｐゴシック" charset="-128"/>
                        </a:rPr>
                        <a:t>n</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ja-JP" sz="2800" b="0" i="0" u="none" strike="noStrike" cap="none" normalizeH="0" baseline="0" dirty="0">
                          <a:ln>
                            <a:noFill/>
                          </a:ln>
                          <a:solidFill>
                            <a:schemeClr val="tx1"/>
                          </a:solidFill>
                          <a:effectLst/>
                          <a:latin typeface="Times New Roman" pitchFamily="18" charset="0"/>
                          <a:ea typeface="ＭＳ Ｐゴシック" charset="-128"/>
                        </a:rPr>
                        <a:t>Linear</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5878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ja-JP" sz="2800" b="0" i="1" u="none" strike="noStrike" cap="none" normalizeH="0" baseline="0" dirty="0">
                          <a:ln>
                            <a:noFill/>
                          </a:ln>
                          <a:solidFill>
                            <a:schemeClr val="tx1"/>
                          </a:solidFill>
                          <a:effectLst/>
                          <a:latin typeface="Times New Roman" pitchFamily="18" charset="0"/>
                          <a:ea typeface="ＭＳ Ｐゴシック" charset="-128"/>
                        </a:rPr>
                        <a:t>n</a:t>
                      </a:r>
                      <a:r>
                        <a:rPr kumimoji="0" lang="en-US" altLang="ja-JP" sz="2800" b="0" i="1" u="none" strike="noStrike" cap="none" normalizeH="0" baseline="30000" dirty="0">
                          <a:ln>
                            <a:noFill/>
                          </a:ln>
                          <a:solidFill>
                            <a:schemeClr val="tx1"/>
                          </a:solidFill>
                          <a:effectLst/>
                          <a:latin typeface="Times New Roman" pitchFamily="18" charset="0"/>
                          <a:ea typeface="ＭＳ Ｐゴシック" charset="-128"/>
                        </a:rPr>
                        <a:t>2</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ja-JP" sz="2800" b="0" i="0" u="none" strike="noStrike" cap="none" normalizeH="0" baseline="0" dirty="0">
                          <a:ln>
                            <a:noFill/>
                          </a:ln>
                          <a:solidFill>
                            <a:schemeClr val="tx1"/>
                          </a:solidFill>
                          <a:effectLst/>
                          <a:latin typeface="Times New Roman" pitchFamily="18" charset="0"/>
                          <a:ea typeface="ＭＳ Ｐゴシック" charset="-128"/>
                        </a:rPr>
                        <a:t>Quadratic</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45878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ja-JP" sz="2800" b="0" i="1" u="none" strike="noStrike" cap="none" normalizeH="0" baseline="0" dirty="0">
                          <a:ln>
                            <a:noFill/>
                          </a:ln>
                          <a:solidFill>
                            <a:schemeClr val="tx1"/>
                          </a:solidFill>
                          <a:effectLst/>
                          <a:latin typeface="Times New Roman" pitchFamily="18" charset="0"/>
                          <a:ea typeface="ＭＳ Ｐゴシック" charset="-128"/>
                        </a:rPr>
                        <a:t>n</a:t>
                      </a:r>
                      <a:r>
                        <a:rPr kumimoji="0" lang="en-US" altLang="ja-JP" sz="2800" b="0" i="1" u="none" strike="noStrike" cap="none" normalizeH="0" baseline="30000" dirty="0">
                          <a:ln>
                            <a:noFill/>
                          </a:ln>
                          <a:solidFill>
                            <a:schemeClr val="tx1"/>
                          </a:solidFill>
                          <a:effectLst/>
                          <a:latin typeface="Times New Roman" pitchFamily="18" charset="0"/>
                          <a:ea typeface="ＭＳ Ｐゴシック" charset="-128"/>
                        </a:rPr>
                        <a:t>3</a:t>
                      </a:r>
                      <a:endParaRPr kumimoji="0" lang="en-US" altLang="ja-JP" sz="2800" b="0" i="1" u="none" strike="noStrike" cap="none" normalizeH="0" baseline="0" dirty="0">
                        <a:ln>
                          <a:noFill/>
                        </a:ln>
                        <a:solidFill>
                          <a:schemeClr val="tx1"/>
                        </a:solidFill>
                        <a:effectLst/>
                        <a:latin typeface="Times New Roman" pitchFamily="18" charset="0"/>
                        <a:ea typeface="ＭＳ Ｐゴシック" charset="-128"/>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ja-JP" sz="2800" b="0" i="0" u="none" strike="noStrike" cap="none" normalizeH="0" baseline="0" dirty="0">
                          <a:ln>
                            <a:noFill/>
                          </a:ln>
                          <a:solidFill>
                            <a:schemeClr val="tx1"/>
                          </a:solidFill>
                          <a:effectLst/>
                          <a:latin typeface="Times New Roman" pitchFamily="18" charset="0"/>
                          <a:ea typeface="ＭＳ Ｐゴシック" charset="-128"/>
                        </a:rPr>
                        <a:t>Cubic</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460375">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ja-JP" sz="2800" b="0" i="1" u="none" strike="noStrike" cap="none" normalizeH="0" baseline="0" dirty="0">
                          <a:ln>
                            <a:noFill/>
                          </a:ln>
                          <a:solidFill>
                            <a:schemeClr val="tx1"/>
                          </a:solidFill>
                          <a:effectLst/>
                          <a:latin typeface="Times New Roman" pitchFamily="18" charset="0"/>
                          <a:ea typeface="ＭＳ Ｐゴシック" charset="-128"/>
                        </a:rPr>
                        <a:t>2</a:t>
                      </a:r>
                      <a:r>
                        <a:rPr kumimoji="0" lang="en-US" altLang="ja-JP" sz="2800" b="0" i="1" u="none" strike="noStrike" cap="none" normalizeH="0" baseline="30000" dirty="0">
                          <a:ln>
                            <a:noFill/>
                          </a:ln>
                          <a:solidFill>
                            <a:schemeClr val="tx1"/>
                          </a:solidFill>
                          <a:effectLst/>
                          <a:latin typeface="Times New Roman" pitchFamily="18" charset="0"/>
                          <a:ea typeface="ＭＳ Ｐゴシック" charset="-128"/>
                        </a:rPr>
                        <a:t>n</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ja-JP" sz="2800" b="0" i="0" u="none" strike="noStrike" cap="none" normalizeH="0" baseline="0" dirty="0">
                          <a:ln>
                            <a:noFill/>
                          </a:ln>
                          <a:solidFill>
                            <a:schemeClr val="tx1"/>
                          </a:solidFill>
                          <a:effectLst/>
                          <a:latin typeface="Times New Roman" pitchFamily="18" charset="0"/>
                          <a:ea typeface="ＭＳ Ｐゴシック" charset="-128"/>
                        </a:rPr>
                        <a:t>Exponential</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bl>
          </a:graphicData>
        </a:graphic>
      </p:graphicFrame>
      <p:sp>
        <p:nvSpPr>
          <p:cNvPr id="37" name="スライド番号プレースホルダ 5"/>
          <p:cNvSpPr>
            <a:spLocks noGrp="1"/>
          </p:cNvSpPr>
          <p:nvPr>
            <p:ph type="sldNum" sz="quarter" idx="12"/>
          </p:nvPr>
        </p:nvSpPr>
        <p:spPr/>
        <p:txBody>
          <a:bodyPr/>
          <a:lstStyle/>
          <a:p>
            <a:fld id="{57DF2895-6F1C-49C7-9445-E5C383297C98}" type="slidenum">
              <a:rPr lang="en-US" altLang="ja-JP"/>
              <a:pPr/>
              <a:t>15</a:t>
            </a:fld>
            <a:endParaRPr lang="en-US" altLang="ja-JP"/>
          </a:p>
        </p:txBody>
      </p:sp>
    </p:spTree>
    <p:extLst>
      <p:ext uri="{BB962C8B-B14F-4D97-AF65-F5344CB8AC3E}">
        <p14:creationId xmlns:p14="http://schemas.microsoft.com/office/powerpoint/2010/main" val="244012903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7432"/>
            <a:ext cx="7772400" cy="1399032"/>
          </a:xfrm>
        </p:spPr>
        <p:txBody>
          <a:bodyPr>
            <a:normAutofit/>
          </a:bodyPr>
          <a:lstStyle/>
          <a:p>
            <a:r>
              <a:rPr lang="en-US" sz="4000" dirty="0"/>
              <a:t>Best, Worst, and Average Cases</a:t>
            </a:r>
          </a:p>
        </p:txBody>
      </p:sp>
      <p:sp>
        <p:nvSpPr>
          <p:cNvPr id="3" name="Content Placeholder 2"/>
          <p:cNvSpPr>
            <a:spLocks noGrp="1"/>
          </p:cNvSpPr>
          <p:nvPr>
            <p:ph idx="1"/>
          </p:nvPr>
        </p:nvSpPr>
        <p:spPr>
          <a:xfrm>
            <a:off x="76200" y="838200"/>
            <a:ext cx="8686800" cy="4572000"/>
          </a:xfrm>
        </p:spPr>
        <p:txBody>
          <a:bodyPr>
            <a:noAutofit/>
          </a:bodyPr>
          <a:lstStyle/>
          <a:p>
            <a:pPr algn="just" fontAlgn="base"/>
            <a:r>
              <a:rPr lang="en-US" sz="2000" b="1" dirty="0"/>
              <a:t>Best case</a:t>
            </a:r>
            <a:r>
              <a:rPr lang="en-US" sz="2000" dirty="0"/>
              <a:t>: </a:t>
            </a:r>
            <a:r>
              <a:rPr lang="en-US" sz="2000" dirty="0">
                <a:solidFill>
                  <a:srgbClr val="FF0000"/>
                </a:solidFill>
              </a:rPr>
              <a:t>fastest time to complete</a:t>
            </a:r>
            <a:r>
              <a:rPr lang="en-US" sz="2000" dirty="0"/>
              <a:t>, For example, the best case for a sorting algorithm would be data that's already sorted. </a:t>
            </a:r>
          </a:p>
          <a:p>
            <a:pPr lvl="1" algn="just" fontAlgn="base"/>
            <a:r>
              <a:rPr lang="en-US" b="1" dirty="0"/>
              <a:t>Best Case Analysis:</a:t>
            </a:r>
            <a:r>
              <a:rPr lang="en-US" dirty="0"/>
              <a:t> In the best case analysis, we calculate lower bound on running time of an algorithm. We must know the case that causes </a:t>
            </a:r>
            <a:r>
              <a:rPr lang="en-US" dirty="0">
                <a:solidFill>
                  <a:srgbClr val="FF0000"/>
                </a:solidFill>
              </a:rPr>
              <a:t>minimum number of operations</a:t>
            </a:r>
            <a:r>
              <a:rPr lang="en-US" dirty="0"/>
              <a:t> to be executed.</a:t>
            </a:r>
          </a:p>
          <a:p>
            <a:pPr algn="just" fontAlgn="base"/>
            <a:r>
              <a:rPr lang="en-US" sz="2000" b="1" dirty="0"/>
              <a:t>Worst case</a:t>
            </a:r>
            <a:r>
              <a:rPr lang="en-US" sz="2000" dirty="0"/>
              <a:t>: </a:t>
            </a:r>
            <a:r>
              <a:rPr lang="en-US" sz="2000" dirty="0">
                <a:solidFill>
                  <a:srgbClr val="FF0000"/>
                </a:solidFill>
              </a:rPr>
              <a:t>slowest time to complete</a:t>
            </a:r>
            <a:r>
              <a:rPr lang="en-US" sz="2000" dirty="0"/>
              <a:t>,  For example, the worst case for a sorting algorithm might be data that's sorted in reverse order. </a:t>
            </a:r>
          </a:p>
          <a:p>
            <a:pPr lvl="1" algn="just" fontAlgn="base"/>
            <a:r>
              <a:rPr lang="en-US" b="1" dirty="0"/>
              <a:t>Worst Case Analysis: </a:t>
            </a:r>
            <a:r>
              <a:rPr lang="en-US" dirty="0"/>
              <a:t>In the worst case analysis, we calculate upper bound on running time of an algorithm. We must know the case that causes </a:t>
            </a:r>
            <a:r>
              <a:rPr lang="en-US" dirty="0">
                <a:solidFill>
                  <a:srgbClr val="FF0000"/>
                </a:solidFill>
              </a:rPr>
              <a:t>maximum number of operations</a:t>
            </a:r>
            <a:r>
              <a:rPr lang="en-US" dirty="0"/>
              <a:t> to be executed. </a:t>
            </a:r>
          </a:p>
          <a:p>
            <a:pPr algn="just" fontAlgn="base"/>
            <a:r>
              <a:rPr lang="en-US" sz="2000" b="1" dirty="0"/>
              <a:t>Average case</a:t>
            </a:r>
            <a:r>
              <a:rPr lang="en-US" sz="2000" dirty="0"/>
              <a:t>: </a:t>
            </a:r>
            <a:r>
              <a:rPr lang="en-US" sz="2000" dirty="0">
                <a:solidFill>
                  <a:srgbClr val="FF0000"/>
                </a:solidFill>
              </a:rPr>
              <a:t>arithmetic mean</a:t>
            </a:r>
            <a:r>
              <a:rPr lang="en-US" sz="2000" dirty="0"/>
              <a:t>. Run the algorithm many times, using many different inputs of size </a:t>
            </a:r>
            <a:r>
              <a:rPr lang="en-US" sz="2000" i="1" dirty="0"/>
              <a:t>n</a:t>
            </a:r>
            <a:r>
              <a:rPr lang="en-US" sz="2000" dirty="0"/>
              <a:t> that come from some distribution that generates these inputs, compute the total running time, and divide by the number of trials. </a:t>
            </a:r>
          </a:p>
          <a:p>
            <a:pPr lvl="1" algn="just" fontAlgn="base"/>
            <a:r>
              <a:rPr lang="en-US" b="1" dirty="0"/>
              <a:t>Average Case Analysis:</a:t>
            </a:r>
            <a:r>
              <a:rPr lang="en-US" dirty="0"/>
              <a:t> In average case analysis, we take all possible inputs and calculate computing time for all of the inputs. Sum all the calculated values and divide the sum by total number of inputs.</a:t>
            </a:r>
          </a:p>
          <a:p>
            <a:pPr algn="just"/>
            <a:endParaRPr lang="en-US" sz="2000" dirty="0"/>
          </a:p>
        </p:txBody>
      </p:sp>
    </p:spTree>
    <p:extLst>
      <p:ext uri="{BB962C8B-B14F-4D97-AF65-F5344CB8AC3E}">
        <p14:creationId xmlns:p14="http://schemas.microsoft.com/office/powerpoint/2010/main" val="265706619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76866" y="0"/>
            <a:ext cx="6798734" cy="1303867"/>
          </a:xfrm>
        </p:spPr>
        <p:txBody>
          <a:bodyPr>
            <a:normAutofit/>
          </a:bodyPr>
          <a:lstStyle/>
          <a:p>
            <a:r>
              <a:rPr lang="en-US" dirty="0">
                <a:effectLst/>
              </a:rPr>
              <a:t>Asymptotic Notations</a:t>
            </a:r>
            <a:endParaRPr lang="en-US" dirty="0"/>
          </a:p>
        </p:txBody>
      </p:sp>
      <p:sp>
        <p:nvSpPr>
          <p:cNvPr id="3" name="Content Placeholder 2"/>
          <p:cNvSpPr>
            <a:spLocks noGrp="1"/>
          </p:cNvSpPr>
          <p:nvPr>
            <p:ph idx="1"/>
          </p:nvPr>
        </p:nvSpPr>
        <p:spPr>
          <a:xfrm>
            <a:off x="457200" y="1219200"/>
            <a:ext cx="8229600" cy="4572000"/>
          </a:xfrm>
        </p:spPr>
        <p:txBody>
          <a:bodyPr>
            <a:normAutofit/>
          </a:bodyPr>
          <a:lstStyle/>
          <a:p>
            <a:pPr algn="just"/>
            <a:r>
              <a:rPr lang="en-US" sz="2000" dirty="0"/>
              <a:t>Asymptotic notations are mathematical tools </a:t>
            </a:r>
            <a:r>
              <a:rPr lang="en-US" sz="2000" dirty="0">
                <a:solidFill>
                  <a:srgbClr val="FF0000"/>
                </a:solidFill>
              </a:rPr>
              <a:t>to represent time complexity of algorithms</a:t>
            </a:r>
            <a:r>
              <a:rPr lang="en-US" sz="2000" dirty="0"/>
              <a:t> for asymptotic analysis. </a:t>
            </a:r>
          </a:p>
          <a:p>
            <a:pPr algn="just"/>
            <a:r>
              <a:rPr lang="en-US" sz="2000" dirty="0"/>
              <a:t>Following are the commonly used asymptotic notations to calculate the running time complexity of an algorithm.</a:t>
            </a:r>
          </a:p>
          <a:p>
            <a:pPr lvl="1" algn="just"/>
            <a:r>
              <a:rPr lang="en-US" sz="1800" dirty="0"/>
              <a:t>Ο Notation</a:t>
            </a:r>
          </a:p>
          <a:p>
            <a:pPr lvl="1" algn="just"/>
            <a:r>
              <a:rPr lang="en-US" sz="1800" dirty="0"/>
              <a:t>Ω Notation</a:t>
            </a:r>
          </a:p>
          <a:p>
            <a:pPr lvl="1" algn="just"/>
            <a:r>
              <a:rPr lang="en-US" sz="1800" dirty="0"/>
              <a:t>θ Notation</a:t>
            </a:r>
          </a:p>
          <a:p>
            <a:pPr algn="just"/>
            <a:endParaRPr lang="en-US" sz="2000" dirty="0"/>
          </a:p>
        </p:txBody>
      </p:sp>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0" y="3886200"/>
            <a:ext cx="2924175" cy="2105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14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60700" y="4191000"/>
            <a:ext cx="3000375" cy="1990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148"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15050" y="4657725"/>
            <a:ext cx="3028950" cy="197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5738897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6146"/>
                                        </p:tgtEl>
                                        <p:attrNameLst>
                                          <p:attrName>style.visibility</p:attrName>
                                        </p:attrNameLst>
                                      </p:cBhvr>
                                      <p:to>
                                        <p:strVal val="visible"/>
                                      </p:to>
                                    </p:set>
                                    <p:animEffect transition="in" filter="barn(inVertical)">
                                      <p:cBhvr>
                                        <p:cTn id="7" dur="500"/>
                                        <p:tgtEl>
                                          <p:spTgt spid="6146"/>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6147"/>
                                        </p:tgtEl>
                                        <p:attrNameLst>
                                          <p:attrName>style.visibility</p:attrName>
                                        </p:attrNameLst>
                                      </p:cBhvr>
                                      <p:to>
                                        <p:strVal val="visible"/>
                                      </p:to>
                                    </p:set>
                                    <p:animEffect transition="in" filter="barn(inVertical)">
                                      <p:cBhvr>
                                        <p:cTn id="12" dur="500"/>
                                        <p:tgtEl>
                                          <p:spTgt spid="6147"/>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6148"/>
                                        </p:tgtEl>
                                        <p:attrNameLst>
                                          <p:attrName>style.visibility</p:attrName>
                                        </p:attrNameLst>
                                      </p:cBhvr>
                                      <p:to>
                                        <p:strVal val="visible"/>
                                      </p:to>
                                    </p:set>
                                    <p:animEffect transition="in" filter="barn(inVertical)">
                                      <p:cBhvr>
                                        <p:cTn id="17" dur="500"/>
                                        <p:tgtEl>
                                          <p:spTgt spid="61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ounded Rectangle 4"/>
          <p:cNvSpPr/>
          <p:nvPr/>
        </p:nvSpPr>
        <p:spPr>
          <a:xfrm>
            <a:off x="762000" y="6083300"/>
            <a:ext cx="7620000" cy="533400"/>
          </a:xfrm>
          <a:prstGeom prst="round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33400" y="267494"/>
            <a:ext cx="8229600" cy="1399032"/>
          </a:xfrm>
        </p:spPr>
        <p:txBody>
          <a:bodyPr/>
          <a:lstStyle/>
          <a:p>
            <a:r>
              <a:rPr lang="en-US" dirty="0"/>
              <a:t>Upper Bounds ( O Notation)</a:t>
            </a:r>
          </a:p>
        </p:txBody>
      </p:sp>
      <p:sp>
        <p:nvSpPr>
          <p:cNvPr id="3" name="Content Placeholder 2"/>
          <p:cNvSpPr>
            <a:spLocks noGrp="1"/>
          </p:cNvSpPr>
          <p:nvPr>
            <p:ph idx="1"/>
          </p:nvPr>
        </p:nvSpPr>
        <p:spPr>
          <a:xfrm>
            <a:off x="304800" y="1905000"/>
            <a:ext cx="8229600" cy="4572000"/>
          </a:xfrm>
        </p:spPr>
        <p:txBody>
          <a:bodyPr>
            <a:noAutofit/>
          </a:bodyPr>
          <a:lstStyle/>
          <a:p>
            <a:pPr algn="just"/>
            <a:r>
              <a:rPr lang="en-US" sz="2000" dirty="0"/>
              <a:t>Several terms are used </a:t>
            </a:r>
            <a:r>
              <a:rPr lang="en-US" sz="2000" dirty="0">
                <a:solidFill>
                  <a:srgbClr val="FF0000"/>
                </a:solidFill>
              </a:rPr>
              <a:t>to describe the running-time equation</a:t>
            </a:r>
            <a:r>
              <a:rPr lang="en-US" sz="2000" dirty="0"/>
              <a:t> for an algorithm.</a:t>
            </a:r>
          </a:p>
          <a:p>
            <a:pPr algn="just"/>
            <a:r>
              <a:rPr lang="en-US" sz="2000" dirty="0"/>
              <a:t>One is the </a:t>
            </a:r>
            <a:r>
              <a:rPr lang="en-US" sz="2000" dirty="0">
                <a:solidFill>
                  <a:srgbClr val="FF0000"/>
                </a:solidFill>
              </a:rPr>
              <a:t>upper bound </a:t>
            </a:r>
            <a:r>
              <a:rPr lang="en-US" sz="2000" dirty="0"/>
              <a:t>for the growth of the algorithm’s running time. </a:t>
            </a:r>
          </a:p>
          <a:p>
            <a:pPr algn="just"/>
            <a:r>
              <a:rPr lang="en-US" sz="2000" dirty="0"/>
              <a:t>It measures the </a:t>
            </a:r>
            <a:r>
              <a:rPr lang="en-US" sz="2000" dirty="0">
                <a:solidFill>
                  <a:srgbClr val="FF0000"/>
                </a:solidFill>
              </a:rPr>
              <a:t>worst case time complexity or the longest amount of time </a:t>
            </a:r>
            <a:r>
              <a:rPr lang="en-US" sz="2000" dirty="0"/>
              <a:t>an algorithm can possibly take to complete. </a:t>
            </a:r>
            <a:r>
              <a:rPr lang="en-US" sz="2000" dirty="0">
                <a:solidFill>
                  <a:srgbClr val="FF0000"/>
                </a:solidFill>
              </a:rPr>
              <a:t>(big-O notation). </a:t>
            </a:r>
          </a:p>
          <a:p>
            <a:pPr algn="just"/>
            <a:r>
              <a:rPr lang="en-US" sz="2000" dirty="0"/>
              <a:t>If the upper bound for an algorithm’s growth rate is f(n), then this algorithm is “in the set O(f(n))in the worst case” </a:t>
            </a:r>
          </a:p>
          <a:p>
            <a:r>
              <a:rPr lang="en-US" sz="2000" dirty="0"/>
              <a:t>For example, if </a:t>
            </a:r>
            <a:r>
              <a:rPr lang="en-US" sz="2000" dirty="0">
                <a:solidFill>
                  <a:srgbClr val="FF0000"/>
                </a:solidFill>
              </a:rPr>
              <a:t>n</a:t>
            </a:r>
            <a:r>
              <a:rPr lang="en-US" sz="2000" baseline="30000" dirty="0">
                <a:solidFill>
                  <a:srgbClr val="FF0000"/>
                </a:solidFill>
              </a:rPr>
              <a:t>2</a:t>
            </a:r>
            <a:r>
              <a:rPr lang="en-US" sz="2000" dirty="0"/>
              <a:t> grows as fast as T(n) for the worst-case input, we would say the algorithm is “in </a:t>
            </a:r>
            <a:r>
              <a:rPr lang="en-US" sz="2000" dirty="0">
                <a:solidFill>
                  <a:srgbClr val="FF0000"/>
                </a:solidFill>
              </a:rPr>
              <a:t>O(n</a:t>
            </a:r>
            <a:r>
              <a:rPr lang="en-US" sz="2000" baseline="30000" dirty="0">
                <a:solidFill>
                  <a:srgbClr val="FF0000"/>
                </a:solidFill>
              </a:rPr>
              <a:t>2</a:t>
            </a:r>
            <a:r>
              <a:rPr lang="en-US" sz="2000" dirty="0">
                <a:solidFill>
                  <a:srgbClr val="FF0000"/>
                </a:solidFill>
              </a:rPr>
              <a:t>) </a:t>
            </a:r>
            <a:r>
              <a:rPr lang="en-US" sz="2000" dirty="0"/>
              <a:t>in the worst case.”</a:t>
            </a:r>
          </a:p>
        </p:txBody>
      </p:sp>
      <p:sp>
        <p:nvSpPr>
          <p:cNvPr id="4" name="TextBox 3"/>
          <p:cNvSpPr txBox="1"/>
          <p:nvPr/>
        </p:nvSpPr>
        <p:spPr>
          <a:xfrm>
            <a:off x="1295400" y="6135469"/>
            <a:ext cx="6934200" cy="646331"/>
          </a:xfrm>
          <a:prstGeom prst="rect">
            <a:avLst/>
          </a:prstGeom>
          <a:noFill/>
        </p:spPr>
        <p:txBody>
          <a:bodyPr wrap="square" rtlCol="0">
            <a:spAutoFit/>
          </a:bodyPr>
          <a:lstStyle/>
          <a:p>
            <a:r>
              <a:rPr lang="en-US" b="1" dirty="0">
                <a:solidFill>
                  <a:srgbClr val="00B050"/>
                </a:solidFill>
              </a:rPr>
              <a:t>The worst case provides an </a:t>
            </a:r>
            <a:r>
              <a:rPr lang="en-US" b="1" u="sng" dirty="0">
                <a:solidFill>
                  <a:srgbClr val="00B050"/>
                </a:solidFill>
              </a:rPr>
              <a:t>upper bound</a:t>
            </a:r>
            <a:r>
              <a:rPr lang="en-US" b="1" dirty="0">
                <a:solidFill>
                  <a:srgbClr val="00B050"/>
                </a:solidFill>
              </a:rPr>
              <a:t> for an algorithm.</a:t>
            </a:r>
          </a:p>
          <a:p>
            <a:endParaRPr lang="en-US" b="1" dirty="0">
              <a:solidFill>
                <a:srgbClr val="00B050"/>
              </a:solidFill>
            </a:endParaRPr>
          </a:p>
        </p:txBody>
      </p:sp>
      <p:pic>
        <p:nvPicPr>
          <p:cNvPr id="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79644" y="381000"/>
            <a:ext cx="1951656" cy="14049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217484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1" y="307345"/>
            <a:ext cx="7467599" cy="62458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20425703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76200" y="0"/>
            <a:ext cx="8229600" cy="1399032"/>
          </a:xfrm>
        </p:spPr>
        <p:txBody>
          <a:bodyPr/>
          <a:lstStyle/>
          <a:p>
            <a:r>
              <a:rPr lang="en-US" dirty="0"/>
              <a:t>Upper Bounds (cont.)</a:t>
            </a:r>
          </a:p>
        </p:txBody>
      </p:sp>
      <p:sp>
        <p:nvSpPr>
          <p:cNvPr id="3" name="Content Placeholder 2"/>
          <p:cNvSpPr>
            <a:spLocks noGrp="1"/>
          </p:cNvSpPr>
          <p:nvPr>
            <p:ph idx="1"/>
          </p:nvPr>
        </p:nvSpPr>
        <p:spPr>
          <a:xfrm>
            <a:off x="457200" y="1219200"/>
            <a:ext cx="8229600" cy="4572000"/>
          </a:xfrm>
        </p:spPr>
        <p:txBody>
          <a:bodyPr>
            <a:noAutofit/>
          </a:bodyPr>
          <a:lstStyle/>
          <a:p>
            <a:pPr algn="just" fontAlgn="base">
              <a:lnSpc>
                <a:spcPct val="150000"/>
              </a:lnSpc>
            </a:pPr>
            <a:r>
              <a:rPr lang="en-US" sz="2000" dirty="0"/>
              <a:t>Complexity and running time are often expressed in "Big O notation," which is used to describe the </a:t>
            </a:r>
            <a:r>
              <a:rPr lang="en-US" sz="2000" dirty="0">
                <a:solidFill>
                  <a:srgbClr val="00B050"/>
                </a:solidFill>
              </a:rPr>
              <a:t>approximate amount of time</a:t>
            </a:r>
            <a:r>
              <a:rPr lang="en-US" sz="2000" dirty="0"/>
              <a:t> an algorithm requires to complete, </a:t>
            </a:r>
            <a:r>
              <a:rPr lang="en-US" sz="2000" dirty="0">
                <a:solidFill>
                  <a:srgbClr val="00B050"/>
                </a:solidFill>
              </a:rPr>
              <a:t>based the size of its input</a:t>
            </a:r>
            <a:r>
              <a:rPr lang="en-US" sz="2000" dirty="0"/>
              <a:t>. </a:t>
            </a:r>
          </a:p>
          <a:p>
            <a:pPr marL="64008" indent="0" algn="just" fontAlgn="base">
              <a:lnSpc>
                <a:spcPct val="150000"/>
              </a:lnSpc>
              <a:buNone/>
            </a:pPr>
            <a:r>
              <a:rPr lang="en-US" sz="2000" dirty="0"/>
              <a:t>The most commonly used Big O descriptions are</a:t>
            </a:r>
          </a:p>
          <a:p>
            <a:pPr algn="just" fontAlgn="base">
              <a:lnSpc>
                <a:spcPct val="150000"/>
              </a:lnSpc>
            </a:pPr>
            <a:r>
              <a:rPr lang="en-US" sz="2000" b="1" dirty="0"/>
              <a:t>O(1)</a:t>
            </a:r>
            <a:r>
              <a:rPr lang="en-US" sz="2000" dirty="0"/>
              <a:t> always terminates in about the same amount of time, regardless of the input size.</a:t>
            </a:r>
          </a:p>
          <a:p>
            <a:pPr algn="just" fontAlgn="base">
              <a:lnSpc>
                <a:spcPct val="150000"/>
              </a:lnSpc>
            </a:pPr>
            <a:r>
              <a:rPr lang="en-US" sz="2000" b="1" dirty="0"/>
              <a:t>O(N)</a:t>
            </a:r>
            <a:r>
              <a:rPr lang="en-US" sz="2000" dirty="0"/>
              <a:t> takes twice as long to finish if the input size doubles.</a:t>
            </a:r>
          </a:p>
          <a:p>
            <a:pPr algn="just" fontAlgn="base">
              <a:lnSpc>
                <a:spcPct val="150000"/>
              </a:lnSpc>
            </a:pPr>
            <a:r>
              <a:rPr lang="en-US" sz="2000" b="1" dirty="0"/>
              <a:t>O(N</a:t>
            </a:r>
            <a:r>
              <a:rPr lang="en-US" sz="2000" b="1" baseline="30000" dirty="0"/>
              <a:t>2</a:t>
            </a:r>
            <a:r>
              <a:rPr lang="en-US" sz="2000" b="1" dirty="0"/>
              <a:t>)</a:t>
            </a:r>
            <a:r>
              <a:rPr lang="en-US" sz="2000" dirty="0"/>
              <a:t> takes four times as long if the input size doubles.</a:t>
            </a:r>
          </a:p>
          <a:p>
            <a:pPr algn="just" fontAlgn="base">
              <a:lnSpc>
                <a:spcPct val="150000"/>
              </a:lnSpc>
            </a:pPr>
            <a:r>
              <a:rPr lang="en-US" sz="2000" b="1" dirty="0"/>
              <a:t>O(2</a:t>
            </a:r>
            <a:r>
              <a:rPr lang="en-US" sz="2000" b="1" baseline="30000" dirty="0"/>
              <a:t>N</a:t>
            </a:r>
            <a:r>
              <a:rPr lang="en-US" sz="2000" b="1" dirty="0"/>
              <a:t>)</a:t>
            </a:r>
            <a:r>
              <a:rPr lang="en-US" sz="2000" dirty="0"/>
              <a:t> increases exponentially as the input size increases.</a:t>
            </a:r>
          </a:p>
          <a:p>
            <a:pPr algn="just">
              <a:lnSpc>
                <a:spcPct val="150000"/>
              </a:lnSpc>
            </a:pPr>
            <a:endParaRPr lang="en-US" sz="2000" dirty="0"/>
          </a:p>
        </p:txBody>
      </p:sp>
    </p:spTree>
    <p:extLst>
      <p:ext uri="{BB962C8B-B14F-4D97-AF65-F5344CB8AC3E}">
        <p14:creationId xmlns:p14="http://schemas.microsoft.com/office/powerpoint/2010/main" val="113760817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p:cNvSpPr>
            <a:spLocks noGrp="1" noChangeArrowheads="1"/>
          </p:cNvSpPr>
          <p:nvPr>
            <p:ph type="title"/>
          </p:nvPr>
        </p:nvSpPr>
        <p:spPr>
          <a:xfrm>
            <a:off x="0" y="457200"/>
            <a:ext cx="9144000" cy="1143000"/>
          </a:xfrm>
        </p:spPr>
        <p:txBody>
          <a:bodyPr>
            <a:noAutofit/>
          </a:bodyPr>
          <a:lstStyle/>
          <a:p>
            <a:r>
              <a:rPr lang="en-US" altLang="ja-JP" b="1" dirty="0">
                <a:ea typeface="ＭＳ Ｐゴシック" charset="-128"/>
              </a:rPr>
              <a:t>The Execution Time and Cost of Algorithms</a:t>
            </a:r>
          </a:p>
        </p:txBody>
      </p:sp>
      <p:sp>
        <p:nvSpPr>
          <p:cNvPr id="67587" name="Rectangle 3"/>
          <p:cNvSpPr>
            <a:spLocks noGrp="1" noChangeArrowheads="1"/>
          </p:cNvSpPr>
          <p:nvPr>
            <p:ph idx="1"/>
          </p:nvPr>
        </p:nvSpPr>
        <p:spPr>
          <a:xfrm>
            <a:off x="304800" y="1905000"/>
            <a:ext cx="8610600" cy="5181600"/>
          </a:xfrm>
        </p:spPr>
        <p:txBody>
          <a:bodyPr vert="horz" lIns="91440" tIns="45720" rIns="91440" bIns="45720" rtlCol="0" anchor="t">
            <a:noAutofit/>
          </a:bodyPr>
          <a:lstStyle/>
          <a:p>
            <a:pPr algn="just" fontAlgn="base">
              <a:lnSpc>
                <a:spcPct val="150000"/>
              </a:lnSpc>
            </a:pPr>
            <a:r>
              <a:rPr lang="en-US" altLang="ja-JP" sz="2000" dirty="0"/>
              <a:t>Each operation in an algorithm (or a program) has a cost. </a:t>
            </a:r>
          </a:p>
          <a:p>
            <a:pPr lvl="1"/>
            <a:r>
              <a:rPr lang="en-US" altLang="ja-JP" dirty="0">
                <a:sym typeface="Wingdings" pitchFamily="2" charset="2"/>
              </a:rPr>
              <a:t>Each operation takes a certain of time.</a:t>
            </a:r>
          </a:p>
          <a:p>
            <a:pPr lvl="1"/>
            <a:r>
              <a:rPr lang="en-US" altLang="ja-JP" dirty="0">
                <a:sym typeface="Wingdings" pitchFamily="2" charset="2"/>
              </a:rPr>
              <a:t>count = count + 1; 	     take a certain amount of time, 				   	     but it is constant.</a:t>
            </a:r>
            <a:endParaRPr lang="en-US" altLang="ja-JP" dirty="0"/>
          </a:p>
          <a:p>
            <a:pPr algn="just" fontAlgn="base">
              <a:lnSpc>
                <a:spcPct val="150000"/>
              </a:lnSpc>
            </a:pPr>
            <a:r>
              <a:rPr lang="en-US" altLang="ja-JP" sz="2000" dirty="0">
                <a:sym typeface="Wingdings" pitchFamily="2" charset="2"/>
              </a:rPr>
              <a:t>A sequence of  operations:</a:t>
            </a:r>
          </a:p>
          <a:p>
            <a:pPr algn="just" fontAlgn="base">
              <a:lnSpc>
                <a:spcPct val="150000"/>
              </a:lnSpc>
            </a:pPr>
            <a:r>
              <a:rPr lang="en-US" altLang="ja-JP" sz="2000" dirty="0">
                <a:sym typeface="Wingdings" pitchFamily="2" charset="2"/>
              </a:rPr>
              <a:t>	count = count + 1;		Cost: c1</a:t>
            </a:r>
          </a:p>
          <a:p>
            <a:pPr algn="just" fontAlgn="base">
              <a:lnSpc>
                <a:spcPct val="150000"/>
              </a:lnSpc>
            </a:pPr>
            <a:endParaRPr lang="en-US" altLang="ja-JP" sz="2000" dirty="0">
              <a:sym typeface="Wingdings" pitchFamily="2" charset="2"/>
            </a:endParaRPr>
          </a:p>
          <a:p>
            <a:pPr algn="just" fontAlgn="base">
              <a:lnSpc>
                <a:spcPct val="150000"/>
              </a:lnSpc>
            </a:pPr>
            <a:r>
              <a:rPr lang="en-US" altLang="ja-JP" sz="2000" dirty="0">
                <a:sym typeface="Wingdings" pitchFamily="2" charset="2"/>
              </a:rPr>
              <a:t>	sum = sum + count;		Cost: c2</a:t>
            </a:r>
          </a:p>
          <a:p>
            <a:pPr algn="just" fontAlgn="base">
              <a:lnSpc>
                <a:spcPct val="150000"/>
              </a:lnSpc>
            </a:pPr>
            <a:endParaRPr lang="en-US" altLang="ja-JP" sz="2000" dirty="0">
              <a:sym typeface="Wingdings" pitchFamily="2" charset="2"/>
            </a:endParaRPr>
          </a:p>
          <a:p>
            <a:pPr algn="just" fontAlgn="base">
              <a:lnSpc>
                <a:spcPct val="150000"/>
              </a:lnSpc>
            </a:pPr>
            <a:endParaRPr lang="en-US" altLang="ja-JP" sz="2000" dirty="0">
              <a:sym typeface="Wingdings" pitchFamily="2" charset="2"/>
            </a:endParaRPr>
          </a:p>
          <a:p>
            <a:pPr algn="just" fontAlgn="base">
              <a:lnSpc>
                <a:spcPct val="150000"/>
              </a:lnSpc>
            </a:pPr>
            <a:r>
              <a:rPr lang="en-US" altLang="ja-JP" sz="2000" dirty="0">
                <a:sym typeface="Wingdings" pitchFamily="2" charset="2"/>
              </a:rPr>
              <a:t>		</a:t>
            </a:r>
          </a:p>
          <a:p>
            <a:pPr algn="just" fontAlgn="base">
              <a:lnSpc>
                <a:spcPct val="150000"/>
              </a:lnSpc>
            </a:pPr>
            <a:endParaRPr lang="en-US" altLang="ja-JP" sz="2000" dirty="0">
              <a:sym typeface="Wingdings" pitchFamily="2" charset="2"/>
            </a:endParaRPr>
          </a:p>
          <a:p>
            <a:pPr algn="just" fontAlgn="base">
              <a:lnSpc>
                <a:spcPct val="150000"/>
              </a:lnSpc>
            </a:pPr>
            <a:r>
              <a:rPr lang="en-US" altLang="ja-JP" sz="2000" dirty="0">
                <a:sym typeface="Wingdings" pitchFamily="2" charset="2"/>
              </a:rPr>
              <a:t>      Total Cost = c1 + c2 + ……..</a:t>
            </a:r>
          </a:p>
          <a:p>
            <a:pPr algn="just" fontAlgn="base">
              <a:lnSpc>
                <a:spcPct val="150000"/>
              </a:lnSpc>
            </a:pPr>
            <a:r>
              <a:rPr lang="en-US" altLang="ja-JP" sz="2000" dirty="0">
                <a:sym typeface="Wingdings" pitchFamily="2" charset="2"/>
              </a:rPr>
              <a:t>			             </a:t>
            </a:r>
            <a:endParaRPr lang="en-US" altLang="ja-JP" sz="2000" dirty="0"/>
          </a:p>
        </p:txBody>
      </p:sp>
      <p:sp>
        <p:nvSpPr>
          <p:cNvPr id="6" name="スライド番号プレースホルダ 5"/>
          <p:cNvSpPr>
            <a:spLocks noGrp="1"/>
          </p:cNvSpPr>
          <p:nvPr>
            <p:ph type="sldNum" sz="quarter" idx="12"/>
          </p:nvPr>
        </p:nvSpPr>
        <p:spPr/>
        <p:txBody>
          <a:bodyPr/>
          <a:lstStyle/>
          <a:p>
            <a:fld id="{8CA05139-7BDD-4D42-929F-4FC411497EEE}" type="slidenum">
              <a:rPr lang="en-US" altLang="ja-JP"/>
              <a:pPr/>
              <a:t>21</a:t>
            </a:fld>
            <a:endParaRPr lang="en-US" altLang="ja-JP"/>
          </a:p>
        </p:txBody>
      </p:sp>
      <p:sp>
        <p:nvSpPr>
          <p:cNvPr id="7" name="Right Arrow 6"/>
          <p:cNvSpPr/>
          <p:nvPr/>
        </p:nvSpPr>
        <p:spPr>
          <a:xfrm>
            <a:off x="3048000" y="4495800"/>
            <a:ext cx="304800" cy="1524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1905000" y="4724400"/>
            <a:ext cx="457200" cy="1200329"/>
          </a:xfrm>
          <a:prstGeom prst="rect">
            <a:avLst/>
          </a:prstGeom>
          <a:noFill/>
        </p:spPr>
        <p:txBody>
          <a:bodyPr wrap="square" rtlCol="0">
            <a:spAutoFit/>
          </a:bodyPr>
          <a:lstStyle/>
          <a:p>
            <a:r>
              <a:rPr lang="en-US" sz="2400" b="1" dirty="0"/>
              <a:t>.</a:t>
            </a:r>
          </a:p>
          <a:p>
            <a:r>
              <a:rPr lang="en-US" sz="2400" b="1" dirty="0"/>
              <a:t>.</a:t>
            </a:r>
          </a:p>
          <a:p>
            <a:endParaRPr lang="en-US" sz="2400" b="1" dirty="0"/>
          </a:p>
        </p:txBody>
      </p:sp>
      <p:sp>
        <p:nvSpPr>
          <p:cNvPr id="8" name="TextBox 7"/>
          <p:cNvSpPr txBox="1"/>
          <p:nvPr/>
        </p:nvSpPr>
        <p:spPr>
          <a:xfrm>
            <a:off x="3810000" y="4572000"/>
            <a:ext cx="457200" cy="1200329"/>
          </a:xfrm>
          <a:prstGeom prst="rect">
            <a:avLst/>
          </a:prstGeom>
          <a:noFill/>
        </p:spPr>
        <p:txBody>
          <a:bodyPr wrap="square" rtlCol="0">
            <a:spAutoFit/>
          </a:bodyPr>
          <a:lstStyle/>
          <a:p>
            <a:r>
              <a:rPr lang="en-US" sz="2400" b="1" dirty="0"/>
              <a:t>.</a:t>
            </a:r>
          </a:p>
          <a:p>
            <a:r>
              <a:rPr lang="en-US" sz="2400" b="1" dirty="0"/>
              <a:t>.</a:t>
            </a:r>
          </a:p>
          <a:p>
            <a:endParaRPr lang="en-US" sz="2400" b="1" dirty="0"/>
          </a:p>
        </p:txBody>
      </p:sp>
      <p:sp>
        <p:nvSpPr>
          <p:cNvPr id="9" name="Right Arrow 6">
            <a:extLst>
              <a:ext uri="{FF2B5EF4-FFF2-40B4-BE49-F238E27FC236}">
                <a16:creationId xmlns:a16="http://schemas.microsoft.com/office/drawing/2014/main" id="{3C153B44-64D8-42E0-A367-AA74774BCC65}"/>
              </a:ext>
            </a:extLst>
          </p:cNvPr>
          <p:cNvSpPr/>
          <p:nvPr/>
        </p:nvSpPr>
        <p:spPr>
          <a:xfrm>
            <a:off x="3124200" y="5715000"/>
            <a:ext cx="304800" cy="1524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68611" name="Rectangle 3"/>
          <p:cNvSpPr>
            <a:spLocks noGrp="1" noChangeArrowheads="1"/>
          </p:cNvSpPr>
          <p:nvPr>
            <p:ph idx="1"/>
          </p:nvPr>
        </p:nvSpPr>
        <p:spPr>
          <a:xfrm>
            <a:off x="533400" y="1676400"/>
            <a:ext cx="7772400" cy="4953000"/>
          </a:xfrm>
        </p:spPr>
        <p:txBody>
          <a:bodyPr vert="horz" lIns="91440" tIns="45720" rIns="91440" bIns="45720" rtlCol="0" anchor="t">
            <a:noAutofit/>
          </a:bodyPr>
          <a:lstStyle/>
          <a:p>
            <a:pPr algn="just" fontAlgn="base">
              <a:lnSpc>
                <a:spcPct val="150000"/>
              </a:lnSpc>
            </a:pPr>
            <a:r>
              <a:rPr lang="en-US" altLang="ja-JP" sz="2000" dirty="0"/>
              <a:t>Example: Simple If-Statement</a:t>
            </a:r>
          </a:p>
          <a:p>
            <a:pPr algn="just" fontAlgn="base">
              <a:lnSpc>
                <a:spcPct val="150000"/>
              </a:lnSpc>
            </a:pPr>
            <a:r>
              <a:rPr lang="en-US" altLang="ja-JP" sz="2000" dirty="0"/>
              <a:t>						Cost		Times</a:t>
            </a:r>
          </a:p>
          <a:p>
            <a:pPr algn="just" fontAlgn="base">
              <a:lnSpc>
                <a:spcPct val="150000"/>
              </a:lnSpc>
            </a:pPr>
            <a:r>
              <a:rPr lang="en-US" altLang="ja-JP" sz="2000" dirty="0"/>
              <a:t>	if (n &lt; 0)			c1		   1</a:t>
            </a:r>
          </a:p>
          <a:p>
            <a:pPr algn="just" fontAlgn="base">
              <a:lnSpc>
                <a:spcPct val="150000"/>
              </a:lnSpc>
            </a:pPr>
            <a:r>
              <a:rPr lang="en-US" altLang="ja-JP" sz="2000" dirty="0"/>
              <a:t>	   	var= -n 			c2		   1</a:t>
            </a:r>
          </a:p>
          <a:p>
            <a:pPr algn="just" fontAlgn="base">
              <a:lnSpc>
                <a:spcPct val="150000"/>
              </a:lnSpc>
            </a:pPr>
            <a:r>
              <a:rPr lang="en-US" altLang="ja-JP" sz="2000" dirty="0"/>
              <a:t>	else			</a:t>
            </a:r>
          </a:p>
          <a:p>
            <a:pPr algn="just" fontAlgn="base">
              <a:lnSpc>
                <a:spcPct val="150000"/>
              </a:lnSpc>
            </a:pPr>
            <a:r>
              <a:rPr lang="en-US" altLang="ja-JP" sz="2000" dirty="0"/>
              <a:t>		var = n; 			c3		   1	</a:t>
            </a:r>
          </a:p>
          <a:p>
            <a:pPr algn="just" fontAlgn="base">
              <a:lnSpc>
                <a:spcPct val="150000"/>
              </a:lnSpc>
            </a:pPr>
            <a:r>
              <a:rPr lang="en-US" altLang="ja-JP" sz="2000" dirty="0"/>
              <a:t>	</a:t>
            </a:r>
          </a:p>
          <a:p>
            <a:pPr algn="just" fontAlgn="base">
              <a:lnSpc>
                <a:spcPct val="150000"/>
              </a:lnSpc>
            </a:pPr>
            <a:r>
              <a:rPr lang="en-US" altLang="ja-JP" sz="2000" dirty="0"/>
              <a:t>	Total Cost  =  c1 + max(c2,c3)</a:t>
            </a:r>
          </a:p>
          <a:p>
            <a:pPr algn="just" fontAlgn="base">
              <a:lnSpc>
                <a:spcPct val="150000"/>
              </a:lnSpc>
            </a:pPr>
            <a:endParaRPr lang="en-US" altLang="ja-JP" sz="2000" dirty="0"/>
          </a:p>
        </p:txBody>
      </p:sp>
      <p:sp>
        <p:nvSpPr>
          <p:cNvPr id="6" name="スライド番号プレースホルダ 5"/>
          <p:cNvSpPr>
            <a:spLocks noGrp="1"/>
          </p:cNvSpPr>
          <p:nvPr>
            <p:ph type="sldNum" sz="quarter" idx="12"/>
          </p:nvPr>
        </p:nvSpPr>
        <p:spPr/>
        <p:txBody>
          <a:bodyPr/>
          <a:lstStyle/>
          <a:p>
            <a:fld id="{0E81176B-A1AF-4543-842D-820A353D9D9D}" type="slidenum">
              <a:rPr lang="en-US" altLang="ja-JP"/>
              <a:pPr/>
              <a:t>22</a:t>
            </a:fld>
            <a:endParaRPr lang="en-US" altLang="ja-JP"/>
          </a:p>
        </p:txBody>
      </p:sp>
      <p:sp>
        <p:nvSpPr>
          <p:cNvPr id="7" name="Right Arrow 6"/>
          <p:cNvSpPr/>
          <p:nvPr/>
        </p:nvSpPr>
        <p:spPr>
          <a:xfrm>
            <a:off x="0" y="6553200"/>
            <a:ext cx="838200" cy="4572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b="1" dirty="0">
                <a:solidFill>
                  <a:schemeClr val="tx1"/>
                </a:solidFill>
              </a:rPr>
              <a:t>Contd.</a:t>
            </a:r>
          </a:p>
        </p:txBody>
      </p:sp>
      <p:sp>
        <p:nvSpPr>
          <p:cNvPr id="8" name="Rectangle 2"/>
          <p:cNvSpPr txBox="1">
            <a:spLocks noChangeArrowheads="1"/>
          </p:cNvSpPr>
          <p:nvPr/>
        </p:nvSpPr>
        <p:spPr>
          <a:xfrm>
            <a:off x="0" y="457200"/>
            <a:ext cx="9144000" cy="1143000"/>
          </a:xfrm>
          <a:prstGeom prst="rect">
            <a:avLst/>
          </a:prstGeom>
          <a:effectLst/>
        </p:spPr>
        <p:txBody>
          <a:bodyPr vert="horz" lIns="91440" tIns="45720" rIns="91440" bIns="45720" rtlCol="0" anchor="ctr">
            <a:noAutofit/>
          </a:bodyPr>
          <a:lstStyle>
            <a:lvl1pPr algn="ctr" defTabSz="457200">
              <a:spcBef>
                <a:spcPct val="0"/>
              </a:spcBef>
              <a:buNone/>
              <a:defRPr sz="4000" b="1" cap="none">
                <a:ln w="3175" cmpd="sng">
                  <a:noFill/>
                </a:ln>
                <a:solidFill>
                  <a:schemeClr val="tx1">
                    <a:lumMod val="85000"/>
                    <a:lumOff val="15000"/>
                  </a:schemeClr>
                </a:solidFill>
                <a:effectLst/>
                <a:latin typeface="+mj-lt"/>
                <a:ea typeface="ＭＳ Ｐゴシック" charset="-128"/>
                <a:cs typeface="+mj-c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r>
              <a:rPr lang="en-US" altLang="ja-JP" dirty="0"/>
              <a:t>The Execution Time and Cost of Algorithms (cont.)</a:t>
            </a:r>
          </a:p>
        </p:txBody>
      </p:sp>
    </p:spTree>
  </p:cSld>
  <p:clrMapOvr>
    <a:overrideClrMapping bg1="lt1" tx1="dk1" bg2="lt2" tx2="dk2" accent1="accent1" accent2="accent2" accent3="accent3" accent4="accent4" accent5="accent5" accent6="accent6" hlink="hlink" folHlink="folHlink"/>
  </p:clrMapOvr>
</p:sld>
</file>

<file path=ppt/slides/slide23.xml><?xml version="1.0" encoding="utf-8"?>
<p:sld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69635" name="Rectangle 3"/>
          <p:cNvSpPr>
            <a:spLocks noGrp="1" noChangeArrowheads="1"/>
          </p:cNvSpPr>
          <p:nvPr>
            <p:ph idx="1"/>
          </p:nvPr>
        </p:nvSpPr>
        <p:spPr>
          <a:xfrm>
            <a:off x="457200" y="1600200"/>
            <a:ext cx="8458200" cy="5105400"/>
          </a:xfrm>
        </p:spPr>
        <p:txBody>
          <a:bodyPr vert="horz" lIns="91440" tIns="45720" rIns="91440" bIns="45720" rtlCol="0" anchor="t">
            <a:noAutofit/>
          </a:bodyPr>
          <a:lstStyle/>
          <a:p>
            <a:pPr algn="just" fontAlgn="base">
              <a:lnSpc>
                <a:spcPct val="150000"/>
              </a:lnSpc>
            </a:pPr>
            <a:r>
              <a:rPr lang="en-US" altLang="ja-JP" sz="2000" dirty="0"/>
              <a:t>Example: Simple Loop</a:t>
            </a:r>
          </a:p>
          <a:p>
            <a:pPr algn="just" fontAlgn="base">
              <a:lnSpc>
                <a:spcPct val="150000"/>
              </a:lnSpc>
            </a:pPr>
            <a:r>
              <a:rPr lang="en-US" altLang="ja-JP" sz="2000" dirty="0"/>
              <a:t>							Cost		Times</a:t>
            </a:r>
          </a:p>
          <a:p>
            <a:pPr algn="just" fontAlgn="base">
              <a:lnSpc>
                <a:spcPct val="150000"/>
              </a:lnSpc>
            </a:pPr>
            <a:r>
              <a:rPr lang="en-US" altLang="ja-JP" sz="2000" dirty="0"/>
              <a:t>	</a:t>
            </a:r>
            <a:r>
              <a:rPr lang="en-US" altLang="ja-JP" sz="2000" dirty="0" err="1"/>
              <a:t>i</a:t>
            </a:r>
            <a:r>
              <a:rPr lang="en-US" altLang="ja-JP" sz="2000" dirty="0"/>
              <a:t> = 1;					 c1		   1</a:t>
            </a:r>
          </a:p>
          <a:p>
            <a:pPr algn="just" fontAlgn="base">
              <a:lnSpc>
                <a:spcPct val="150000"/>
              </a:lnSpc>
            </a:pPr>
            <a:r>
              <a:rPr lang="en-US" altLang="ja-JP" sz="2000" dirty="0"/>
              <a:t>	sum = 0;					 c2		   1</a:t>
            </a:r>
          </a:p>
          <a:p>
            <a:pPr algn="just" fontAlgn="base">
              <a:lnSpc>
                <a:spcPct val="150000"/>
              </a:lnSpc>
            </a:pPr>
            <a:r>
              <a:rPr lang="en-US" altLang="ja-JP" sz="2000" dirty="0"/>
              <a:t>	while (</a:t>
            </a:r>
            <a:r>
              <a:rPr lang="en-US" altLang="ja-JP" sz="2000" dirty="0" err="1"/>
              <a:t>i</a:t>
            </a:r>
            <a:r>
              <a:rPr lang="en-US" altLang="ja-JP" sz="2000" dirty="0"/>
              <a:t> &lt;= n) {		  	c3		   n+1</a:t>
            </a:r>
          </a:p>
          <a:p>
            <a:pPr algn="just" fontAlgn="base">
              <a:lnSpc>
                <a:spcPct val="150000"/>
              </a:lnSpc>
            </a:pPr>
            <a:r>
              <a:rPr lang="en-US" altLang="ja-JP" sz="2000" dirty="0"/>
              <a:t>		</a:t>
            </a:r>
            <a:r>
              <a:rPr lang="en-US" altLang="ja-JP" sz="2000" dirty="0" err="1"/>
              <a:t>i</a:t>
            </a:r>
            <a:r>
              <a:rPr lang="en-US" altLang="ja-JP" sz="2000" dirty="0"/>
              <a:t> = </a:t>
            </a:r>
            <a:r>
              <a:rPr lang="en-US" altLang="ja-JP" sz="2000" dirty="0" err="1"/>
              <a:t>i</a:t>
            </a:r>
            <a:r>
              <a:rPr lang="en-US" altLang="ja-JP" sz="2000" dirty="0"/>
              <a:t> + 1;				 c4		   n	</a:t>
            </a:r>
          </a:p>
          <a:p>
            <a:pPr algn="just" fontAlgn="base">
              <a:lnSpc>
                <a:spcPct val="150000"/>
              </a:lnSpc>
            </a:pPr>
            <a:r>
              <a:rPr lang="en-US" altLang="ja-JP" sz="2000" dirty="0"/>
              <a:t>		sum = sum + </a:t>
            </a:r>
            <a:r>
              <a:rPr lang="en-US" altLang="ja-JP" sz="2000" dirty="0" err="1"/>
              <a:t>i</a:t>
            </a:r>
            <a:r>
              <a:rPr lang="en-US" altLang="ja-JP" sz="2000" dirty="0"/>
              <a:t>;		 c5		   n</a:t>
            </a:r>
          </a:p>
          <a:p>
            <a:pPr algn="just" fontAlgn="base">
              <a:lnSpc>
                <a:spcPct val="150000"/>
              </a:lnSpc>
            </a:pPr>
            <a:r>
              <a:rPr lang="en-US" altLang="ja-JP" sz="2000" dirty="0"/>
              <a:t>	}</a:t>
            </a:r>
          </a:p>
          <a:p>
            <a:pPr algn="just" fontAlgn="base">
              <a:lnSpc>
                <a:spcPct val="150000"/>
              </a:lnSpc>
            </a:pPr>
            <a:endParaRPr lang="en-US" altLang="ja-JP" sz="2000" dirty="0"/>
          </a:p>
          <a:p>
            <a:pPr algn="just" fontAlgn="base">
              <a:lnSpc>
                <a:spcPct val="150000"/>
              </a:lnSpc>
            </a:pPr>
            <a:r>
              <a:rPr lang="en-US" altLang="ja-JP" sz="2000" dirty="0"/>
              <a:t>Total Cost  =  c1 + c2 + (n+1)*c3 + n*c4 + n*c5</a:t>
            </a:r>
          </a:p>
          <a:p>
            <a:pPr algn="just" fontAlgn="base">
              <a:lnSpc>
                <a:spcPct val="150000"/>
              </a:lnSpc>
            </a:pPr>
            <a:r>
              <a:rPr lang="en-US" altLang="ja-JP" sz="2000" dirty="0">
                <a:sym typeface="Wingdings" pitchFamily="2" charset="2"/>
              </a:rPr>
              <a:t>The time required for this algorithm is proportional to n</a:t>
            </a:r>
            <a:endParaRPr lang="en-US" altLang="ja-JP" sz="2000" dirty="0"/>
          </a:p>
        </p:txBody>
      </p:sp>
      <p:sp>
        <p:nvSpPr>
          <p:cNvPr id="6" name="スライド番号プレースホルダ 5"/>
          <p:cNvSpPr>
            <a:spLocks noGrp="1"/>
          </p:cNvSpPr>
          <p:nvPr>
            <p:ph type="sldNum" sz="quarter" idx="12"/>
          </p:nvPr>
        </p:nvSpPr>
        <p:spPr/>
        <p:txBody>
          <a:bodyPr/>
          <a:lstStyle/>
          <a:p>
            <a:fld id="{82128A2D-8D1D-4C5A-8D29-5B5D8F17AE1E}" type="slidenum">
              <a:rPr lang="en-US" altLang="ja-JP"/>
              <a:pPr/>
              <a:t>23</a:t>
            </a:fld>
            <a:endParaRPr lang="en-US" altLang="ja-JP"/>
          </a:p>
        </p:txBody>
      </p:sp>
      <p:sp>
        <p:nvSpPr>
          <p:cNvPr id="9" name="Right Arrow 8"/>
          <p:cNvSpPr/>
          <p:nvPr/>
        </p:nvSpPr>
        <p:spPr>
          <a:xfrm>
            <a:off x="0" y="6553200"/>
            <a:ext cx="838200" cy="4572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b="1" dirty="0">
                <a:solidFill>
                  <a:schemeClr val="tx1"/>
                </a:solidFill>
              </a:rPr>
              <a:t>Contd.</a:t>
            </a:r>
          </a:p>
        </p:txBody>
      </p:sp>
      <p:sp>
        <p:nvSpPr>
          <p:cNvPr id="7" name="Rectangle 2"/>
          <p:cNvSpPr txBox="1">
            <a:spLocks noChangeArrowheads="1"/>
          </p:cNvSpPr>
          <p:nvPr/>
        </p:nvSpPr>
        <p:spPr>
          <a:xfrm>
            <a:off x="0" y="381000"/>
            <a:ext cx="9144000" cy="1143000"/>
          </a:xfrm>
          <a:prstGeom prst="rect">
            <a:avLst/>
          </a:prstGeom>
          <a:effectLst/>
        </p:spPr>
        <p:txBody>
          <a:bodyPr vert="horz" lIns="91440" tIns="45720" rIns="91440" bIns="45720" rtlCol="0" anchor="ctr">
            <a:noAutofit/>
          </a:bodyPr>
          <a:lstStyle>
            <a:defPPr>
              <a:defRPr lang="zh-CN"/>
            </a:defPPr>
            <a:lvl1pPr algn="ctr" defTabSz="457200">
              <a:spcBef>
                <a:spcPct val="0"/>
              </a:spcBef>
              <a:buNone/>
              <a:defRPr sz="4000" b="1" cap="none">
                <a:ln w="3175" cmpd="sng">
                  <a:noFill/>
                </a:ln>
                <a:solidFill>
                  <a:schemeClr val="tx1">
                    <a:lumMod val="85000"/>
                    <a:lumOff val="15000"/>
                  </a:schemeClr>
                </a:solidFill>
                <a:effectLst/>
                <a:latin typeface="+mj-lt"/>
                <a:ea typeface="ＭＳ Ｐゴシック" charset="-128"/>
                <a:cs typeface="+mj-c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r>
              <a:rPr lang="en-US" altLang="ja-JP" dirty="0"/>
              <a:t>The Execution Time and Cost of Algorithms (cont.)</a:t>
            </a:r>
          </a:p>
        </p:txBody>
      </p:sp>
    </p:spTree>
  </p:cSld>
  <p:clrMapOvr>
    <a:overrideClrMapping bg1="lt1" tx1="dk1" bg2="lt2" tx2="dk2" accent1="accent1" accent2="accent2" accent3="accent3" accent4="accent4" accent5="accent5" accent6="accent6" hlink="hlink" folHlink="folHlink"/>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9" name="Rectangle 3"/>
          <p:cNvSpPr>
            <a:spLocks noGrp="1" noChangeArrowheads="1"/>
          </p:cNvSpPr>
          <p:nvPr>
            <p:ph idx="1"/>
          </p:nvPr>
        </p:nvSpPr>
        <p:spPr>
          <a:xfrm>
            <a:off x="228600" y="1219200"/>
            <a:ext cx="8839200" cy="5334000"/>
          </a:xfrm>
        </p:spPr>
        <p:txBody>
          <a:bodyPr vert="horz" lIns="91440" tIns="45720" rIns="91440" bIns="45720" rtlCol="0" anchor="t">
            <a:noAutofit/>
          </a:bodyPr>
          <a:lstStyle/>
          <a:p>
            <a:pPr algn="just" fontAlgn="base">
              <a:lnSpc>
                <a:spcPct val="150000"/>
              </a:lnSpc>
            </a:pPr>
            <a:r>
              <a:rPr lang="en-US" altLang="ja-JP" sz="2000" dirty="0"/>
              <a:t>Example: Nested Loop</a:t>
            </a:r>
          </a:p>
          <a:p>
            <a:pPr algn="just" fontAlgn="base">
              <a:lnSpc>
                <a:spcPct val="150000"/>
              </a:lnSpc>
            </a:pPr>
            <a:r>
              <a:rPr lang="en-US" altLang="ja-JP" sz="2000" dirty="0"/>
              <a:t>											Cost		Times</a:t>
            </a:r>
          </a:p>
          <a:p>
            <a:pPr algn="just" fontAlgn="base">
              <a:spcBef>
                <a:spcPts val="0"/>
              </a:spcBef>
              <a:spcAft>
                <a:spcPts val="0"/>
              </a:spcAft>
            </a:pPr>
            <a:r>
              <a:rPr lang="en-US" altLang="ja-JP" sz="2000" dirty="0"/>
              <a:t>	</a:t>
            </a:r>
            <a:r>
              <a:rPr lang="en-US" altLang="ja-JP" sz="2000" dirty="0" err="1"/>
              <a:t>i</a:t>
            </a:r>
            <a:r>
              <a:rPr lang="en-US" altLang="ja-JP" sz="2000" dirty="0"/>
              <a:t>=1;										c1		  1</a:t>
            </a:r>
          </a:p>
          <a:p>
            <a:pPr algn="just" fontAlgn="base">
              <a:spcBef>
                <a:spcPts val="0"/>
              </a:spcBef>
              <a:spcAft>
                <a:spcPts val="0"/>
              </a:spcAft>
            </a:pPr>
            <a:r>
              <a:rPr lang="en-US" altLang="ja-JP" sz="2000" dirty="0"/>
              <a:t>	sum = 0;		 							c2		  1</a:t>
            </a:r>
          </a:p>
          <a:p>
            <a:pPr algn="just" fontAlgn="base">
              <a:spcBef>
                <a:spcPts val="0"/>
              </a:spcBef>
              <a:spcAft>
                <a:spcPts val="0"/>
              </a:spcAft>
            </a:pPr>
            <a:r>
              <a:rPr lang="en-US" altLang="ja-JP" sz="2000" dirty="0"/>
              <a:t>	while (</a:t>
            </a:r>
            <a:r>
              <a:rPr lang="en-US" altLang="ja-JP" sz="2000" dirty="0" err="1"/>
              <a:t>i</a:t>
            </a:r>
            <a:r>
              <a:rPr lang="en-US" altLang="ja-JP" sz="2000" dirty="0"/>
              <a:t> &lt;= n) { 							c3		  n+1</a:t>
            </a:r>
          </a:p>
          <a:p>
            <a:pPr algn="just" fontAlgn="base">
              <a:spcBef>
                <a:spcPts val="0"/>
              </a:spcBef>
              <a:spcAft>
                <a:spcPts val="0"/>
              </a:spcAft>
            </a:pPr>
            <a:r>
              <a:rPr lang="en-US" altLang="ja-JP" sz="2000" dirty="0"/>
              <a:t>		j=1;									c4		  n</a:t>
            </a:r>
          </a:p>
          <a:p>
            <a:pPr algn="just" fontAlgn="base">
              <a:spcBef>
                <a:spcPts val="0"/>
              </a:spcBef>
              <a:spcAft>
                <a:spcPts val="0"/>
              </a:spcAft>
            </a:pPr>
            <a:r>
              <a:rPr lang="en-US" altLang="ja-JP" sz="2000" dirty="0"/>
              <a:t>		while (j &lt;= n) {						c5		  n*(n+1)</a:t>
            </a:r>
          </a:p>
          <a:p>
            <a:pPr algn="just" fontAlgn="base">
              <a:spcBef>
                <a:spcPts val="0"/>
              </a:spcBef>
              <a:spcAft>
                <a:spcPts val="0"/>
              </a:spcAft>
            </a:pPr>
            <a:r>
              <a:rPr lang="en-US" altLang="ja-JP" sz="2000" dirty="0"/>
              <a:t>		    sum = sum + </a:t>
            </a:r>
            <a:r>
              <a:rPr lang="en-US" altLang="ja-JP" sz="2000" dirty="0" err="1"/>
              <a:t>i</a:t>
            </a:r>
            <a:r>
              <a:rPr lang="en-US" altLang="ja-JP" sz="2000" dirty="0"/>
              <a:t>;		 				c6		  n*n</a:t>
            </a:r>
          </a:p>
          <a:p>
            <a:pPr algn="just" fontAlgn="base">
              <a:spcBef>
                <a:spcPts val="0"/>
              </a:spcBef>
              <a:spcAft>
                <a:spcPts val="0"/>
              </a:spcAft>
            </a:pPr>
            <a:r>
              <a:rPr lang="en-US" altLang="ja-JP" sz="2000" dirty="0"/>
              <a:t>		    j = j + 1; 	 						c7		  n*n</a:t>
            </a:r>
          </a:p>
          <a:p>
            <a:pPr algn="just" fontAlgn="base">
              <a:spcBef>
                <a:spcPts val="0"/>
              </a:spcBef>
              <a:spcAft>
                <a:spcPts val="0"/>
              </a:spcAft>
            </a:pPr>
            <a:r>
              <a:rPr lang="en-US" altLang="ja-JP" sz="2000" dirty="0"/>
              <a:t>	   } 										c8		  n</a:t>
            </a:r>
          </a:p>
          <a:p>
            <a:pPr algn="just" fontAlgn="base">
              <a:spcBef>
                <a:spcPts val="0"/>
              </a:spcBef>
              <a:spcAft>
                <a:spcPts val="0"/>
              </a:spcAft>
            </a:pPr>
            <a:r>
              <a:rPr lang="en-US" altLang="ja-JP" sz="2000" dirty="0"/>
              <a:t>	   </a:t>
            </a:r>
            <a:r>
              <a:rPr lang="en-US" altLang="ja-JP" sz="2000" dirty="0" err="1"/>
              <a:t>i</a:t>
            </a:r>
            <a:r>
              <a:rPr lang="en-US" altLang="ja-JP" sz="2000" dirty="0"/>
              <a:t> = </a:t>
            </a:r>
            <a:r>
              <a:rPr lang="en-US" altLang="ja-JP" sz="2000" dirty="0" err="1"/>
              <a:t>i</a:t>
            </a:r>
            <a:r>
              <a:rPr lang="en-US" altLang="ja-JP" sz="2000" dirty="0"/>
              <a:t> +1;				 </a:t>
            </a:r>
          </a:p>
          <a:p>
            <a:pPr algn="just" fontAlgn="base">
              <a:spcBef>
                <a:spcPts val="0"/>
              </a:spcBef>
              <a:spcAft>
                <a:spcPts val="0"/>
              </a:spcAft>
            </a:pPr>
            <a:r>
              <a:rPr lang="en-US" altLang="ja-JP" sz="2000" dirty="0"/>
              <a:t>	}</a:t>
            </a:r>
          </a:p>
          <a:p>
            <a:pPr algn="just" fontAlgn="base">
              <a:spcBef>
                <a:spcPts val="0"/>
              </a:spcBef>
              <a:spcAft>
                <a:spcPts val="0"/>
              </a:spcAft>
            </a:pPr>
            <a:r>
              <a:rPr lang="en-US" altLang="ja-JP" sz="2000" dirty="0"/>
              <a:t>Total Cost  =  c1 + c2 + (n+1)*c3 + n*c4 + n*(n+1)*c5+n*n*c6+n*n*c7+n*c8</a:t>
            </a:r>
          </a:p>
          <a:p>
            <a:pPr algn="just" fontAlgn="base">
              <a:spcBef>
                <a:spcPts val="0"/>
              </a:spcBef>
              <a:spcAft>
                <a:spcPts val="0"/>
              </a:spcAft>
            </a:pPr>
            <a:endParaRPr lang="en-US" altLang="ja-JP" sz="2000" dirty="0"/>
          </a:p>
          <a:p>
            <a:pPr algn="just" fontAlgn="base">
              <a:spcBef>
                <a:spcPts val="0"/>
              </a:spcBef>
              <a:spcAft>
                <a:spcPts val="0"/>
              </a:spcAft>
            </a:pPr>
            <a:r>
              <a:rPr lang="en-US" altLang="ja-JP" sz="2000" dirty="0">
                <a:sym typeface="Wingdings" pitchFamily="2" charset="2"/>
              </a:rPr>
              <a:t> The time required for this algorithm is proportional to n2</a:t>
            </a:r>
            <a:endParaRPr lang="en-US" altLang="ja-JP" sz="2000" dirty="0"/>
          </a:p>
          <a:p>
            <a:pPr algn="just" fontAlgn="base">
              <a:lnSpc>
                <a:spcPct val="150000"/>
              </a:lnSpc>
            </a:pPr>
            <a:endParaRPr lang="en-US" altLang="ja-JP" sz="2000" dirty="0"/>
          </a:p>
        </p:txBody>
      </p:sp>
      <p:sp>
        <p:nvSpPr>
          <p:cNvPr id="6" name="スライド番号プレースホルダ 5"/>
          <p:cNvSpPr>
            <a:spLocks noGrp="1"/>
          </p:cNvSpPr>
          <p:nvPr>
            <p:ph type="sldNum" sz="quarter" idx="12"/>
          </p:nvPr>
        </p:nvSpPr>
        <p:spPr/>
        <p:txBody>
          <a:bodyPr/>
          <a:lstStyle/>
          <a:p>
            <a:fld id="{2AD76035-272C-4179-8212-B7F1467F2AAC}" type="slidenum">
              <a:rPr lang="en-US" altLang="ja-JP"/>
              <a:pPr/>
              <a:t>24</a:t>
            </a:fld>
            <a:endParaRPr lang="en-US" altLang="ja-JP"/>
          </a:p>
        </p:txBody>
      </p:sp>
      <p:sp>
        <p:nvSpPr>
          <p:cNvPr id="9" name="Right Arrow 8"/>
          <p:cNvSpPr/>
          <p:nvPr/>
        </p:nvSpPr>
        <p:spPr>
          <a:xfrm>
            <a:off x="0" y="6553200"/>
            <a:ext cx="838200" cy="4572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b="1" dirty="0">
                <a:solidFill>
                  <a:schemeClr val="tx1"/>
                </a:solidFill>
              </a:rPr>
              <a:t>Contd.</a:t>
            </a:r>
          </a:p>
        </p:txBody>
      </p:sp>
      <p:sp>
        <p:nvSpPr>
          <p:cNvPr id="7" name="Rectangle 2"/>
          <p:cNvSpPr txBox="1">
            <a:spLocks noChangeArrowheads="1"/>
          </p:cNvSpPr>
          <p:nvPr/>
        </p:nvSpPr>
        <p:spPr>
          <a:xfrm>
            <a:off x="0" y="304800"/>
            <a:ext cx="9144000" cy="1143000"/>
          </a:xfrm>
          <a:prstGeom prst="rect">
            <a:avLst/>
          </a:prstGeom>
          <a:effectLst/>
        </p:spPr>
        <p:txBody>
          <a:bodyPr vert="horz" lIns="91440" tIns="45720" rIns="91440" bIns="45720" rtlCol="0" anchor="ctr">
            <a:noAutofit/>
          </a:bodyPr>
          <a:lstStyle>
            <a:defPPr>
              <a:defRPr lang="zh-CN"/>
            </a:defPPr>
            <a:lvl1pPr algn="ctr" defTabSz="457200">
              <a:spcBef>
                <a:spcPct val="0"/>
              </a:spcBef>
              <a:buNone/>
              <a:defRPr sz="4000" b="1" cap="none">
                <a:ln w="3175" cmpd="sng">
                  <a:noFill/>
                </a:ln>
                <a:solidFill>
                  <a:schemeClr val="tx1">
                    <a:lumMod val="85000"/>
                    <a:lumOff val="15000"/>
                  </a:schemeClr>
                </a:solidFill>
                <a:effectLst/>
                <a:latin typeface="+mj-lt"/>
                <a:ea typeface="ＭＳ Ｐゴシック" charset="-128"/>
                <a:cs typeface="+mj-c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r>
              <a:rPr lang="en-US" altLang="ja-JP" dirty="0"/>
              <a:t>The Execution Time and Cost of Algorithms (cont.)</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1168"/>
            <a:ext cx="8229600" cy="1399032"/>
          </a:xfrm>
        </p:spPr>
        <p:txBody>
          <a:bodyPr/>
          <a:lstStyle/>
          <a:p>
            <a:r>
              <a:rPr lang="en-US" dirty="0"/>
              <a:t>Lower Bounds (Ω Notation)</a:t>
            </a:r>
          </a:p>
        </p:txBody>
      </p:sp>
      <p:sp>
        <p:nvSpPr>
          <p:cNvPr id="3" name="Content Placeholder 2"/>
          <p:cNvSpPr>
            <a:spLocks noGrp="1"/>
          </p:cNvSpPr>
          <p:nvPr>
            <p:ph idx="1"/>
          </p:nvPr>
        </p:nvSpPr>
        <p:spPr>
          <a:xfrm>
            <a:off x="457200" y="1828800"/>
            <a:ext cx="8229600" cy="4572000"/>
          </a:xfrm>
        </p:spPr>
        <p:txBody>
          <a:bodyPr>
            <a:normAutofit/>
          </a:bodyPr>
          <a:lstStyle/>
          <a:p>
            <a:pPr algn="just">
              <a:lnSpc>
                <a:spcPct val="150000"/>
              </a:lnSpc>
            </a:pPr>
            <a:r>
              <a:rPr lang="en-US" sz="2000" dirty="0"/>
              <a:t>Like big-Oh notation, it works for any resource, but often </a:t>
            </a:r>
            <a:r>
              <a:rPr lang="en-US" sz="2000" dirty="0">
                <a:solidFill>
                  <a:srgbClr val="FF0000"/>
                </a:solidFill>
              </a:rPr>
              <a:t>measure the least amount of time required</a:t>
            </a:r>
            <a:r>
              <a:rPr lang="en-US" sz="2000" dirty="0"/>
              <a:t>. Like big-Oh notation, we are measuring the resource required for some particular class of inputs: input of size n.</a:t>
            </a:r>
          </a:p>
          <a:p>
            <a:pPr algn="just">
              <a:lnSpc>
                <a:spcPct val="150000"/>
              </a:lnSpc>
            </a:pPr>
            <a:r>
              <a:rPr lang="en-US" sz="2000" dirty="0"/>
              <a:t>The </a:t>
            </a:r>
            <a:r>
              <a:rPr lang="en-US" sz="2000" dirty="0">
                <a:solidFill>
                  <a:srgbClr val="FF0000"/>
                </a:solidFill>
              </a:rPr>
              <a:t>lower bound for an algorithm </a:t>
            </a:r>
            <a:r>
              <a:rPr lang="en-US" sz="2000" dirty="0"/>
              <a:t>(or a problem) is denoted by the symbol </a:t>
            </a:r>
            <a:r>
              <a:rPr lang="el-GR" sz="2000" dirty="0">
                <a:solidFill>
                  <a:srgbClr val="FF0000"/>
                </a:solidFill>
                <a:latin typeface="Times New Roman"/>
                <a:cs typeface="Times New Roman"/>
              </a:rPr>
              <a:t>Ω</a:t>
            </a:r>
            <a:r>
              <a:rPr lang="en-US" sz="2000" dirty="0"/>
              <a:t>, pronounced “big-Omega” or just “Omega.”</a:t>
            </a:r>
          </a:p>
          <a:p>
            <a:pPr algn="just">
              <a:lnSpc>
                <a:spcPct val="150000"/>
              </a:lnSpc>
            </a:pPr>
            <a:r>
              <a:rPr lang="en-US" sz="2000" dirty="0"/>
              <a:t>It measures the </a:t>
            </a:r>
            <a:r>
              <a:rPr lang="en-US" sz="2000" dirty="0">
                <a:solidFill>
                  <a:srgbClr val="FF0000"/>
                </a:solidFill>
              </a:rPr>
              <a:t>best case time complexity </a:t>
            </a:r>
            <a:r>
              <a:rPr lang="en-US" sz="2000" dirty="0"/>
              <a:t>or the </a:t>
            </a:r>
            <a:r>
              <a:rPr lang="en-US" sz="2000" dirty="0">
                <a:solidFill>
                  <a:srgbClr val="FF0000"/>
                </a:solidFill>
              </a:rPr>
              <a:t>best amount of time </a:t>
            </a:r>
            <a:r>
              <a:rPr lang="en-US" sz="2000" dirty="0"/>
              <a:t>an algorithm can possibly take to complete.</a:t>
            </a:r>
          </a:p>
        </p:txBody>
      </p:sp>
      <p:sp>
        <p:nvSpPr>
          <p:cNvPr id="5" name="Rounded Rectangle 4"/>
          <p:cNvSpPr/>
          <p:nvPr/>
        </p:nvSpPr>
        <p:spPr>
          <a:xfrm>
            <a:off x="762000" y="5930900"/>
            <a:ext cx="7620000" cy="533400"/>
          </a:xfrm>
          <a:prstGeom prst="round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1371600" y="5983069"/>
            <a:ext cx="6934200" cy="646331"/>
          </a:xfrm>
          <a:prstGeom prst="rect">
            <a:avLst/>
          </a:prstGeom>
          <a:noFill/>
        </p:spPr>
        <p:txBody>
          <a:bodyPr wrap="square" rtlCol="0">
            <a:spAutoFit/>
          </a:bodyPr>
          <a:lstStyle/>
          <a:p>
            <a:r>
              <a:rPr lang="en-US" b="1" dirty="0">
                <a:solidFill>
                  <a:srgbClr val="00B050"/>
                </a:solidFill>
              </a:rPr>
              <a:t>The best case provides an </a:t>
            </a:r>
            <a:r>
              <a:rPr lang="en-US" b="1" u="sng" dirty="0">
                <a:solidFill>
                  <a:srgbClr val="00B050"/>
                </a:solidFill>
              </a:rPr>
              <a:t>lower bound</a:t>
            </a:r>
            <a:r>
              <a:rPr lang="en-US" b="1" dirty="0">
                <a:solidFill>
                  <a:srgbClr val="00B050"/>
                </a:solidFill>
              </a:rPr>
              <a:t> for an algorithm.</a:t>
            </a:r>
          </a:p>
          <a:p>
            <a:endParaRPr lang="en-US" b="1" dirty="0">
              <a:solidFill>
                <a:srgbClr val="00B050"/>
              </a:solidFill>
            </a:endParaRPr>
          </a:p>
        </p:txBody>
      </p:sp>
      <p:pic>
        <p:nvPicPr>
          <p:cNvPr id="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76756" y="228600"/>
            <a:ext cx="2067244" cy="1371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69851439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 y="1447800"/>
            <a:ext cx="8076585" cy="21904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Title 1"/>
          <p:cNvSpPr>
            <a:spLocks noGrp="1"/>
          </p:cNvSpPr>
          <p:nvPr>
            <p:ph type="title"/>
          </p:nvPr>
        </p:nvSpPr>
        <p:spPr>
          <a:xfrm>
            <a:off x="-152400" y="267494"/>
            <a:ext cx="8229600" cy="1399032"/>
          </a:xfrm>
        </p:spPr>
        <p:txBody>
          <a:bodyPr/>
          <a:lstStyle/>
          <a:p>
            <a:r>
              <a:rPr lang="en-US" dirty="0"/>
              <a:t>Lower Bounds (cont.)</a:t>
            </a:r>
          </a:p>
        </p:txBody>
      </p:sp>
      <p:sp>
        <p:nvSpPr>
          <p:cNvPr id="5" name="Content Placeholder 2"/>
          <p:cNvSpPr>
            <a:spLocks noGrp="1"/>
          </p:cNvSpPr>
          <p:nvPr>
            <p:ph idx="1"/>
          </p:nvPr>
        </p:nvSpPr>
        <p:spPr>
          <a:xfrm>
            <a:off x="457200" y="4495800"/>
            <a:ext cx="8229600" cy="2133600"/>
          </a:xfrm>
        </p:spPr>
        <p:txBody>
          <a:bodyPr>
            <a:normAutofit/>
          </a:bodyPr>
          <a:lstStyle/>
          <a:p>
            <a:pPr algn="just"/>
            <a:r>
              <a:rPr lang="en-US" sz="2000" dirty="0"/>
              <a:t>This running time is in (n</a:t>
            </a:r>
            <a:r>
              <a:rPr lang="en-US" sz="2000" baseline="30000" dirty="0"/>
              <a:t>2</a:t>
            </a:r>
            <a:r>
              <a:rPr lang="en-US" sz="2000" dirty="0"/>
              <a:t>).</a:t>
            </a:r>
          </a:p>
        </p:txBody>
      </p:sp>
    </p:spTree>
    <p:extLst>
      <p:ext uri="{BB962C8B-B14F-4D97-AF65-F5344CB8AC3E}">
        <p14:creationId xmlns:p14="http://schemas.microsoft.com/office/powerpoint/2010/main" val="232039067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277368"/>
            <a:ext cx="8229600" cy="1399032"/>
          </a:xfrm>
        </p:spPr>
        <p:txBody>
          <a:bodyPr/>
          <a:lstStyle/>
          <a:p>
            <a:r>
              <a:rPr lang="el-GR" dirty="0">
                <a:latin typeface="Times New Roman"/>
                <a:cs typeface="Times New Roman"/>
              </a:rPr>
              <a:t>ϴ</a:t>
            </a:r>
            <a:r>
              <a:rPr lang="en-US" dirty="0"/>
              <a:t> Notation</a:t>
            </a:r>
          </a:p>
        </p:txBody>
      </p:sp>
      <p:sp>
        <p:nvSpPr>
          <p:cNvPr id="3" name="Content Placeholder 2"/>
          <p:cNvSpPr>
            <a:spLocks noGrp="1"/>
          </p:cNvSpPr>
          <p:nvPr>
            <p:ph idx="1"/>
          </p:nvPr>
        </p:nvSpPr>
        <p:spPr>
          <a:xfrm>
            <a:off x="228600" y="1600200"/>
            <a:ext cx="8382000" cy="4953000"/>
          </a:xfrm>
        </p:spPr>
        <p:txBody>
          <a:bodyPr>
            <a:normAutofit/>
          </a:bodyPr>
          <a:lstStyle/>
          <a:p>
            <a:pPr algn="just"/>
            <a:r>
              <a:rPr lang="en-US" sz="2000" dirty="0"/>
              <a:t>The definitions for </a:t>
            </a:r>
            <a:r>
              <a:rPr lang="en-US" sz="2000" dirty="0">
                <a:solidFill>
                  <a:srgbClr val="FF0000"/>
                </a:solidFill>
              </a:rPr>
              <a:t>big-O and </a:t>
            </a:r>
            <a:r>
              <a:rPr lang="el-GR" sz="2000" dirty="0">
                <a:solidFill>
                  <a:srgbClr val="FF0000"/>
                </a:solidFill>
                <a:latin typeface="Times New Roman"/>
                <a:cs typeface="Times New Roman"/>
              </a:rPr>
              <a:t>Ω</a:t>
            </a:r>
            <a:r>
              <a:rPr lang="en-US" sz="2000" dirty="0">
                <a:solidFill>
                  <a:srgbClr val="FF0000"/>
                </a:solidFill>
              </a:rPr>
              <a:t> </a:t>
            </a:r>
            <a:r>
              <a:rPr lang="en-US" sz="2000" dirty="0"/>
              <a:t>give us ways to describe </a:t>
            </a:r>
            <a:r>
              <a:rPr lang="en-US" sz="2000" dirty="0">
                <a:solidFill>
                  <a:srgbClr val="FF0000"/>
                </a:solidFill>
              </a:rPr>
              <a:t>the upper bound </a:t>
            </a:r>
            <a:r>
              <a:rPr lang="en-US" sz="2000" dirty="0"/>
              <a:t>for an algorithm (if we can find an equation for the maximum cost of a particular class of inputs of size n) and </a:t>
            </a:r>
            <a:r>
              <a:rPr lang="en-US" sz="2000" dirty="0">
                <a:solidFill>
                  <a:srgbClr val="FF0000"/>
                </a:solidFill>
              </a:rPr>
              <a:t>the lower bound</a:t>
            </a:r>
            <a:r>
              <a:rPr lang="en-US" sz="2000" dirty="0"/>
              <a:t> for an algorithm (if we can find an equation for the minimum cost for a particular class of inputs of size n).</a:t>
            </a:r>
          </a:p>
          <a:p>
            <a:pPr algn="just"/>
            <a:r>
              <a:rPr lang="en-US" sz="2000" dirty="0"/>
              <a:t>When the upper and lower bounds are the same within a constant factor, we indicate this by using  </a:t>
            </a:r>
            <a:r>
              <a:rPr lang="el-GR" sz="2000" dirty="0">
                <a:solidFill>
                  <a:srgbClr val="FF0000"/>
                </a:solidFill>
                <a:latin typeface="Times New Roman"/>
                <a:cs typeface="Times New Roman"/>
              </a:rPr>
              <a:t>ϴ</a:t>
            </a:r>
            <a:r>
              <a:rPr lang="en-US" sz="2000" dirty="0">
                <a:solidFill>
                  <a:srgbClr val="FF0000"/>
                </a:solidFill>
              </a:rPr>
              <a:t>(big-Theta) notation</a:t>
            </a:r>
            <a:r>
              <a:rPr lang="en-US" sz="2000" dirty="0"/>
              <a:t>.</a:t>
            </a:r>
          </a:p>
          <a:p>
            <a:pPr algn="just"/>
            <a:r>
              <a:rPr lang="en-US" sz="2000" dirty="0"/>
              <a:t>An algorithm is said to be </a:t>
            </a:r>
            <a:r>
              <a:rPr lang="el-GR" sz="2000" dirty="0">
                <a:latin typeface="Times New Roman"/>
                <a:cs typeface="Times New Roman"/>
              </a:rPr>
              <a:t>ϴ</a:t>
            </a:r>
            <a:r>
              <a:rPr lang="en-US" sz="2000" dirty="0"/>
              <a:t>(h(n)) if it is in O(h(n)) and it is in </a:t>
            </a:r>
            <a:r>
              <a:rPr lang="el-GR" sz="2000" dirty="0">
                <a:latin typeface="Times New Roman"/>
                <a:cs typeface="Times New Roman"/>
              </a:rPr>
              <a:t>Ω</a:t>
            </a:r>
            <a:r>
              <a:rPr lang="en-US" sz="2000" dirty="0"/>
              <a:t>(h(n)).</a:t>
            </a:r>
          </a:p>
          <a:p>
            <a:pPr algn="just"/>
            <a:r>
              <a:rPr lang="en-US" sz="2000" dirty="0"/>
              <a:t>In other words, if f(n) is </a:t>
            </a:r>
            <a:r>
              <a:rPr lang="el-GR" sz="2000" dirty="0">
                <a:latin typeface="Times New Roman"/>
                <a:cs typeface="Times New Roman"/>
              </a:rPr>
              <a:t>ϴ</a:t>
            </a:r>
            <a:r>
              <a:rPr lang="pt-BR" sz="2000" dirty="0"/>
              <a:t>(g(n)), then g(n) is </a:t>
            </a:r>
            <a:r>
              <a:rPr lang="el-GR" sz="2000" dirty="0">
                <a:latin typeface="Times New Roman"/>
                <a:cs typeface="Times New Roman"/>
              </a:rPr>
              <a:t>ϴ</a:t>
            </a:r>
            <a:r>
              <a:rPr lang="pt-BR" sz="2000" dirty="0"/>
              <a:t>(f(n)).</a:t>
            </a:r>
          </a:p>
          <a:p>
            <a:pPr algn="just"/>
            <a:r>
              <a:rPr lang="en-US" sz="2000" dirty="0"/>
              <a:t>Because the sequential search algorithm is </a:t>
            </a:r>
            <a:r>
              <a:rPr lang="en-US" sz="2000" dirty="0">
                <a:solidFill>
                  <a:srgbClr val="FF0000"/>
                </a:solidFill>
              </a:rPr>
              <a:t>both in O(n) and in </a:t>
            </a:r>
            <a:r>
              <a:rPr lang="el-GR" sz="2000" dirty="0">
                <a:solidFill>
                  <a:srgbClr val="FF0000"/>
                </a:solidFill>
                <a:latin typeface="Times New Roman"/>
                <a:cs typeface="Times New Roman"/>
              </a:rPr>
              <a:t>Ω</a:t>
            </a:r>
            <a:r>
              <a:rPr lang="en-US" sz="2000" dirty="0">
                <a:solidFill>
                  <a:srgbClr val="FF0000"/>
                </a:solidFill>
              </a:rPr>
              <a:t>(n) in the average case</a:t>
            </a:r>
            <a:r>
              <a:rPr lang="en-US" sz="2000" dirty="0"/>
              <a:t>, we say it is </a:t>
            </a:r>
            <a:r>
              <a:rPr lang="el-GR" sz="2000" dirty="0">
                <a:solidFill>
                  <a:srgbClr val="FF0000"/>
                </a:solidFill>
                <a:latin typeface="Times New Roman"/>
                <a:cs typeface="Times New Roman"/>
              </a:rPr>
              <a:t>ϴ</a:t>
            </a:r>
            <a:r>
              <a:rPr lang="en-US" sz="2000" dirty="0">
                <a:solidFill>
                  <a:srgbClr val="FF0000"/>
                </a:solidFill>
              </a:rPr>
              <a:t>(n) in the average case</a:t>
            </a:r>
            <a:r>
              <a:rPr lang="en-US" sz="2000" dirty="0"/>
              <a:t>.</a:t>
            </a:r>
          </a:p>
        </p:txBody>
      </p:sp>
      <p:pic>
        <p:nvPicPr>
          <p:cNvPr id="4"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34200" y="228600"/>
            <a:ext cx="2107096" cy="1371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50302533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2"/>
          <p:cNvSpPr>
            <a:spLocks noGrp="1" noChangeArrowheads="1"/>
          </p:cNvSpPr>
          <p:nvPr>
            <p:ph type="title"/>
          </p:nvPr>
        </p:nvSpPr>
        <p:spPr>
          <a:xfrm>
            <a:off x="152400" y="0"/>
            <a:ext cx="8991600" cy="1219200"/>
          </a:xfrm>
        </p:spPr>
        <p:txBody>
          <a:bodyPr>
            <a:normAutofit fontScale="90000"/>
          </a:bodyPr>
          <a:lstStyle/>
          <a:p>
            <a:r>
              <a:rPr lang="en-US" altLang="ja-JP" sz="4000" b="1" dirty="0">
                <a:ea typeface="ＭＳ Ｐゴシック" charset="-128"/>
              </a:rPr>
              <a:t>A Comparison of Growth-Rate Functions</a:t>
            </a:r>
          </a:p>
        </p:txBody>
      </p:sp>
      <p:sp>
        <p:nvSpPr>
          <p:cNvPr id="6" name="スライド番号プレースホルダ 4"/>
          <p:cNvSpPr>
            <a:spLocks noGrp="1"/>
          </p:cNvSpPr>
          <p:nvPr>
            <p:ph type="sldNum" sz="quarter" idx="12"/>
          </p:nvPr>
        </p:nvSpPr>
        <p:spPr/>
        <p:txBody>
          <a:bodyPr/>
          <a:lstStyle/>
          <a:p>
            <a:fld id="{50657A1E-20E8-4526-AEA5-2A4A7499A1F4}" type="slidenum">
              <a:rPr lang="en-US" altLang="ja-JP"/>
              <a:pPr/>
              <a:t>28</a:t>
            </a:fld>
            <a:endParaRPr lang="en-US" altLang="ja-JP"/>
          </a:p>
        </p:txBody>
      </p:sp>
      <p:pic>
        <p:nvPicPr>
          <p:cNvPr id="95235" name="Picture 3"/>
          <p:cNvPicPr>
            <a:picLocks noChangeAspect="1" noChangeArrowheads="1"/>
          </p:cNvPicPr>
          <p:nvPr/>
        </p:nvPicPr>
        <p:blipFill>
          <a:blip r:embed="rId2" cstate="print"/>
          <a:srcRect/>
          <a:stretch>
            <a:fillRect/>
          </a:stretch>
        </p:blipFill>
        <p:spPr bwMode="auto">
          <a:xfrm>
            <a:off x="2971800" y="1676400"/>
            <a:ext cx="6172200" cy="4687177"/>
          </a:xfrm>
          <a:prstGeom prst="rect">
            <a:avLst/>
          </a:prstGeom>
          <a:noFill/>
        </p:spPr>
      </p:pic>
      <p:sp>
        <p:nvSpPr>
          <p:cNvPr id="7" name="Right Arrow 6"/>
          <p:cNvSpPr/>
          <p:nvPr/>
        </p:nvSpPr>
        <p:spPr>
          <a:xfrm>
            <a:off x="0" y="6553200"/>
            <a:ext cx="838200" cy="4572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b="1" dirty="0">
                <a:solidFill>
                  <a:schemeClr val="tx1"/>
                </a:solidFill>
              </a:rPr>
              <a:t>Contd.</a:t>
            </a:r>
          </a:p>
        </p:txBody>
      </p:sp>
      <p:sp>
        <p:nvSpPr>
          <p:cNvPr id="8" name="Content Placeholder 2"/>
          <p:cNvSpPr txBox="1">
            <a:spLocks/>
          </p:cNvSpPr>
          <p:nvPr/>
        </p:nvSpPr>
        <p:spPr>
          <a:xfrm>
            <a:off x="457200" y="1219200"/>
            <a:ext cx="8229600" cy="914400"/>
          </a:xfrm>
          <a:prstGeom prst="rect">
            <a:avLst/>
          </a:prstGeom>
        </p:spPr>
        <p:txBody>
          <a:bodyPr>
            <a:noAutofit/>
          </a:bodyPr>
          <a:lstStyle>
            <a:lvl1pPr marL="448056" indent="-384048" algn="l" rtl="0" eaLnBrk="1" latinLnBrk="0" hangingPunct="1">
              <a:spcBef>
                <a:spcPct val="20000"/>
              </a:spcBef>
              <a:buClr>
                <a:schemeClr val="accent1"/>
              </a:buClr>
              <a:buSzPct val="80000"/>
              <a:buFont typeface="Wingdings 2"/>
              <a:buChar char=""/>
              <a:defRPr kumimoji="0" sz="3000" kern="1200">
                <a:solidFill>
                  <a:schemeClr val="tx1"/>
                </a:solidFill>
                <a:latin typeface="+mn-lt"/>
                <a:ea typeface="+mn-ea"/>
                <a:cs typeface="+mn-cs"/>
              </a:defRPr>
            </a:lvl1pPr>
            <a:lvl2pPr marL="822960" indent="-285750" algn="l" rtl="0" eaLnBrk="1" latinLnBrk="0" hangingPunct="1">
              <a:spcBef>
                <a:spcPct val="20000"/>
              </a:spcBef>
              <a:buClr>
                <a:schemeClr val="accent1"/>
              </a:buClr>
              <a:buSzPct val="95000"/>
              <a:buFont typeface="Verdana"/>
              <a:buChar char="›"/>
              <a:defRPr kumimoji="0" sz="2600" kern="1200">
                <a:solidFill>
                  <a:schemeClr val="tx1"/>
                </a:solidFill>
                <a:latin typeface="+mn-lt"/>
                <a:ea typeface="+mn-ea"/>
                <a:cs typeface="+mn-cs"/>
              </a:defRPr>
            </a:lvl2pPr>
            <a:lvl3pPr marL="1106424" indent="-228600" algn="l" rtl="0" eaLnBrk="1" latinLnBrk="0" hangingPunct="1">
              <a:spcBef>
                <a:spcPct val="20000"/>
              </a:spcBef>
              <a:buClr>
                <a:schemeClr val="accent1"/>
              </a:buClr>
              <a:buFont typeface="Wingdings 2"/>
              <a:buChar char=""/>
              <a:defRPr kumimoji="0" sz="2400" kern="1200">
                <a:solidFill>
                  <a:schemeClr val="tx1"/>
                </a:solidFill>
                <a:latin typeface="+mn-lt"/>
                <a:ea typeface="+mn-ea"/>
                <a:cs typeface="+mn-cs"/>
              </a:defRPr>
            </a:lvl3pPr>
            <a:lvl4pPr marL="1371600" indent="-210312" algn="l" rtl="0" eaLnBrk="1" latinLnBrk="0" hangingPunct="1">
              <a:spcBef>
                <a:spcPct val="20000"/>
              </a:spcBef>
              <a:buClr>
                <a:schemeClr val="accent1"/>
              </a:buClr>
              <a:buFont typeface="Wingdings 2"/>
              <a:buChar char=""/>
              <a:defRPr kumimoji="0" sz="2000" kern="1200">
                <a:solidFill>
                  <a:schemeClr val="tx1"/>
                </a:solidFill>
                <a:latin typeface="+mn-lt"/>
                <a:ea typeface="+mn-ea"/>
                <a:cs typeface="+mn-cs"/>
              </a:defRPr>
            </a:lvl4pPr>
            <a:lvl5pPr marL="1600200" indent="-210312" algn="l" rtl="0" eaLnBrk="1" latinLnBrk="0" hangingPunct="1">
              <a:spcBef>
                <a:spcPct val="20000"/>
              </a:spcBef>
              <a:buClr>
                <a:schemeClr val="accent1">
                  <a:tint val="75000"/>
                </a:schemeClr>
              </a:buClr>
              <a:buFont typeface="Wingdings 2"/>
              <a:buChar char=""/>
              <a:defRPr kumimoji="0" sz="1900" kern="1200">
                <a:solidFill>
                  <a:schemeClr val="tx1"/>
                </a:solidFill>
                <a:latin typeface="+mn-lt"/>
                <a:ea typeface="+mn-ea"/>
                <a:cs typeface="+mn-cs"/>
              </a:defRPr>
            </a:lvl5pPr>
            <a:lvl6pPr marL="1828800" indent="-210312" algn="l" rtl="0" eaLnBrk="1" latinLnBrk="0" hangingPunct="1">
              <a:spcBef>
                <a:spcPct val="20000"/>
              </a:spcBef>
              <a:buClr>
                <a:schemeClr val="accent1">
                  <a:tint val="75000"/>
                </a:schemeClr>
              </a:buClr>
              <a:buFont typeface="Wingdings 2"/>
              <a:buChar char=""/>
              <a:defRPr kumimoji="0" sz="1800" kern="1200">
                <a:solidFill>
                  <a:schemeClr val="tx1"/>
                </a:solidFill>
                <a:latin typeface="+mn-lt"/>
                <a:ea typeface="+mn-ea"/>
                <a:cs typeface="+mn-cs"/>
              </a:defRPr>
            </a:lvl6pPr>
            <a:lvl7pPr marL="2084832" indent="-210312" algn="l" rtl="0" eaLnBrk="1" latinLnBrk="0" hangingPunct="1">
              <a:spcBef>
                <a:spcPct val="20000"/>
              </a:spcBef>
              <a:buClr>
                <a:schemeClr val="accent1">
                  <a:tint val="75000"/>
                </a:schemeClr>
              </a:buClr>
              <a:buFont typeface="Wingdings 2"/>
              <a:buChar char=""/>
              <a:defRPr kumimoji="0" sz="1600" kern="1200">
                <a:solidFill>
                  <a:schemeClr val="tx1"/>
                </a:solidFill>
                <a:latin typeface="+mn-lt"/>
                <a:ea typeface="+mn-ea"/>
                <a:cs typeface="+mn-cs"/>
              </a:defRPr>
            </a:lvl7pPr>
            <a:lvl8pPr marL="2286000" indent="-182880" algn="l" rtl="0" eaLnBrk="1" latinLnBrk="0" hangingPunct="1">
              <a:spcBef>
                <a:spcPct val="20000"/>
              </a:spcBef>
              <a:buClr>
                <a:schemeClr val="accent1">
                  <a:tint val="75000"/>
                </a:schemeClr>
              </a:buClr>
              <a:buFont typeface="Wingdings 2"/>
              <a:buChar char=""/>
              <a:defRPr kumimoji="0" sz="1600" kern="1200">
                <a:solidFill>
                  <a:schemeClr val="tx1"/>
                </a:solidFill>
                <a:latin typeface="+mn-lt"/>
                <a:ea typeface="+mn-ea"/>
                <a:cs typeface="+mn-cs"/>
              </a:defRPr>
            </a:lvl8pPr>
            <a:lvl9pPr marL="2514600" indent="-182880" algn="l" rtl="0" eaLnBrk="1" latinLnBrk="0" hangingPunct="1">
              <a:spcBef>
                <a:spcPct val="20000"/>
              </a:spcBef>
              <a:buClr>
                <a:schemeClr val="accent1">
                  <a:tint val="75000"/>
                </a:schemeClr>
              </a:buClr>
              <a:buFont typeface="Wingdings 2"/>
              <a:buChar char=""/>
              <a:defRPr kumimoji="0" sz="1600" kern="1200">
                <a:solidFill>
                  <a:schemeClr val="tx1"/>
                </a:solidFill>
                <a:latin typeface="+mn-lt"/>
                <a:ea typeface="+mn-ea"/>
                <a:cs typeface="+mn-cs"/>
              </a:defRPr>
            </a:lvl9pPr>
          </a:lstStyle>
          <a:p>
            <a:pPr algn="just" fontAlgn="base"/>
            <a:r>
              <a:rPr lang="en-US" sz="2400" dirty="0"/>
              <a:t>Some common orders of growth seen often in complexity analysis are</a:t>
            </a:r>
          </a:p>
          <a:p>
            <a:pPr algn="just" fontAlgn="base"/>
            <a:endParaRPr lang="en-US" sz="2200" dirty="0"/>
          </a:p>
        </p:txBody>
      </p:sp>
      <p:graphicFrame>
        <p:nvGraphicFramePr>
          <p:cNvPr id="2" name="Table 1"/>
          <p:cNvGraphicFramePr>
            <a:graphicFrameLocks noGrp="1"/>
          </p:cNvGraphicFramePr>
          <p:nvPr>
            <p:extLst>
              <p:ext uri="{D42A27DB-BD31-4B8C-83A1-F6EECF244321}">
                <p14:modId xmlns:p14="http://schemas.microsoft.com/office/powerpoint/2010/main" val="3338679641"/>
              </p:ext>
            </p:extLst>
          </p:nvPr>
        </p:nvGraphicFramePr>
        <p:xfrm>
          <a:off x="381000" y="2551329"/>
          <a:ext cx="3505200" cy="3620871"/>
        </p:xfrm>
        <a:graphic>
          <a:graphicData uri="http://schemas.openxmlformats.org/drawingml/2006/table">
            <a:tbl>
              <a:tblPr/>
              <a:tblGrid>
                <a:gridCol w="1371600">
                  <a:extLst>
                    <a:ext uri="{9D8B030D-6E8A-4147-A177-3AD203B41FA5}">
                      <a16:colId xmlns:a16="http://schemas.microsoft.com/office/drawing/2014/main" val="20000"/>
                    </a:ext>
                  </a:extLst>
                </a:gridCol>
                <a:gridCol w="2133600">
                  <a:extLst>
                    <a:ext uri="{9D8B030D-6E8A-4147-A177-3AD203B41FA5}">
                      <a16:colId xmlns:a16="http://schemas.microsoft.com/office/drawing/2014/main" val="20001"/>
                    </a:ext>
                  </a:extLst>
                </a:gridCol>
              </a:tblGrid>
              <a:tr h="425985">
                <a:tc>
                  <a:txBody>
                    <a:bodyPr/>
                    <a:lstStyle/>
                    <a:p>
                      <a:r>
                        <a:rPr lang="en-US" i="1" dirty="0"/>
                        <a:t>O(1)</a:t>
                      </a:r>
                      <a:endParaRPr lang="en-US" dirty="0"/>
                    </a:p>
                  </a:txBody>
                  <a:tcPr anchor="ctr">
                    <a:lnL>
                      <a:noFill/>
                    </a:lnL>
                    <a:lnR>
                      <a:noFill/>
                    </a:lnR>
                    <a:lnT>
                      <a:noFill/>
                    </a:lnT>
                    <a:lnB>
                      <a:noFill/>
                    </a:lnB>
                  </a:tcPr>
                </a:tc>
                <a:tc>
                  <a:txBody>
                    <a:bodyPr/>
                    <a:lstStyle/>
                    <a:p>
                      <a:r>
                        <a:rPr lang="en-US"/>
                        <a:t>constant</a:t>
                      </a:r>
                    </a:p>
                  </a:txBody>
                  <a:tcPr anchor="ctr">
                    <a:lnL>
                      <a:noFill/>
                    </a:lnL>
                    <a:lnR>
                      <a:noFill/>
                    </a:lnR>
                    <a:lnT>
                      <a:noFill/>
                    </a:lnT>
                    <a:lnB>
                      <a:noFill/>
                    </a:lnB>
                  </a:tcPr>
                </a:tc>
                <a:extLst>
                  <a:ext uri="{0D108BD9-81ED-4DB2-BD59-A6C34878D82A}">
                    <a16:rowId xmlns:a16="http://schemas.microsoft.com/office/drawing/2014/main" val="10000"/>
                  </a:ext>
                </a:extLst>
              </a:tr>
              <a:tr h="745473">
                <a:tc>
                  <a:txBody>
                    <a:bodyPr/>
                    <a:lstStyle/>
                    <a:p>
                      <a:r>
                        <a:rPr lang="en-US" i="1"/>
                        <a:t>O(log n)</a:t>
                      </a:r>
                      <a:endParaRPr lang="en-US"/>
                    </a:p>
                  </a:txBody>
                  <a:tcPr anchor="ctr">
                    <a:lnL>
                      <a:noFill/>
                    </a:lnL>
                    <a:lnR>
                      <a:noFill/>
                    </a:lnR>
                    <a:lnT>
                      <a:noFill/>
                    </a:lnT>
                    <a:lnB>
                      <a:noFill/>
                    </a:lnB>
                  </a:tcPr>
                </a:tc>
                <a:tc>
                  <a:txBody>
                    <a:bodyPr/>
                    <a:lstStyle/>
                    <a:p>
                      <a:r>
                        <a:rPr lang="en-US"/>
                        <a:t>logarithmic</a:t>
                      </a:r>
                    </a:p>
                  </a:txBody>
                  <a:tcPr anchor="ctr">
                    <a:lnL>
                      <a:noFill/>
                    </a:lnL>
                    <a:lnR>
                      <a:noFill/>
                    </a:lnR>
                    <a:lnT>
                      <a:noFill/>
                    </a:lnT>
                    <a:lnB>
                      <a:noFill/>
                    </a:lnB>
                  </a:tcPr>
                </a:tc>
                <a:extLst>
                  <a:ext uri="{0D108BD9-81ED-4DB2-BD59-A6C34878D82A}">
                    <a16:rowId xmlns:a16="http://schemas.microsoft.com/office/drawing/2014/main" val="10001"/>
                  </a:ext>
                </a:extLst>
              </a:tr>
              <a:tr h="425985">
                <a:tc>
                  <a:txBody>
                    <a:bodyPr/>
                    <a:lstStyle/>
                    <a:p>
                      <a:r>
                        <a:rPr lang="en-US" i="1"/>
                        <a:t>O(n)</a:t>
                      </a:r>
                      <a:endParaRPr lang="en-US"/>
                    </a:p>
                  </a:txBody>
                  <a:tcPr anchor="ctr">
                    <a:lnL>
                      <a:noFill/>
                    </a:lnL>
                    <a:lnR>
                      <a:noFill/>
                    </a:lnR>
                    <a:lnT>
                      <a:noFill/>
                    </a:lnT>
                    <a:lnB>
                      <a:noFill/>
                    </a:lnB>
                  </a:tcPr>
                </a:tc>
                <a:tc>
                  <a:txBody>
                    <a:bodyPr/>
                    <a:lstStyle/>
                    <a:p>
                      <a:r>
                        <a:rPr lang="en-US"/>
                        <a:t>linear</a:t>
                      </a:r>
                    </a:p>
                  </a:txBody>
                  <a:tcPr anchor="ctr">
                    <a:lnL>
                      <a:noFill/>
                    </a:lnL>
                    <a:lnR>
                      <a:noFill/>
                    </a:lnR>
                    <a:lnT>
                      <a:noFill/>
                    </a:lnT>
                    <a:lnB>
                      <a:noFill/>
                    </a:lnB>
                  </a:tcPr>
                </a:tc>
                <a:extLst>
                  <a:ext uri="{0D108BD9-81ED-4DB2-BD59-A6C34878D82A}">
                    <a16:rowId xmlns:a16="http://schemas.microsoft.com/office/drawing/2014/main" val="10002"/>
                  </a:ext>
                </a:extLst>
              </a:tr>
              <a:tr h="425985">
                <a:tc>
                  <a:txBody>
                    <a:bodyPr/>
                    <a:lstStyle/>
                    <a:p>
                      <a:r>
                        <a:rPr lang="en-US" i="1" dirty="0"/>
                        <a:t>O(n log n)</a:t>
                      </a:r>
                      <a:endParaRPr lang="en-US" dirty="0"/>
                    </a:p>
                  </a:txBody>
                  <a:tcPr anchor="ctr">
                    <a:lnL>
                      <a:noFill/>
                    </a:lnL>
                    <a:lnR>
                      <a:noFill/>
                    </a:lnR>
                    <a:lnT>
                      <a:noFill/>
                    </a:lnT>
                    <a:lnB>
                      <a:noFill/>
                    </a:lnB>
                  </a:tcPr>
                </a:tc>
                <a:tc>
                  <a:txBody>
                    <a:bodyPr/>
                    <a:lstStyle/>
                    <a:p>
                      <a:r>
                        <a:rPr lang="en-US"/>
                        <a:t>"n log n"</a:t>
                      </a:r>
                    </a:p>
                  </a:txBody>
                  <a:tcPr anchor="ctr">
                    <a:lnL>
                      <a:noFill/>
                    </a:lnL>
                    <a:lnR>
                      <a:noFill/>
                    </a:lnR>
                    <a:lnT>
                      <a:noFill/>
                    </a:lnT>
                    <a:lnB>
                      <a:noFill/>
                    </a:lnB>
                  </a:tcPr>
                </a:tc>
                <a:extLst>
                  <a:ext uri="{0D108BD9-81ED-4DB2-BD59-A6C34878D82A}">
                    <a16:rowId xmlns:a16="http://schemas.microsoft.com/office/drawing/2014/main" val="10003"/>
                  </a:ext>
                </a:extLst>
              </a:tr>
              <a:tr h="425985">
                <a:tc>
                  <a:txBody>
                    <a:bodyPr/>
                    <a:lstStyle/>
                    <a:p>
                      <a:r>
                        <a:rPr lang="en-US" i="1"/>
                        <a:t>O(n</a:t>
                      </a:r>
                      <a:r>
                        <a:rPr lang="en-US" i="1" baseline="30000"/>
                        <a:t>2</a:t>
                      </a:r>
                      <a:r>
                        <a:rPr lang="en-US" i="1"/>
                        <a:t>)</a:t>
                      </a:r>
                      <a:endParaRPr lang="en-US"/>
                    </a:p>
                  </a:txBody>
                  <a:tcPr anchor="ctr">
                    <a:lnL>
                      <a:noFill/>
                    </a:lnL>
                    <a:lnR>
                      <a:noFill/>
                    </a:lnR>
                    <a:lnT>
                      <a:noFill/>
                    </a:lnT>
                    <a:lnB>
                      <a:noFill/>
                    </a:lnB>
                  </a:tcPr>
                </a:tc>
                <a:tc>
                  <a:txBody>
                    <a:bodyPr/>
                    <a:lstStyle/>
                    <a:p>
                      <a:r>
                        <a:rPr lang="en-US" dirty="0"/>
                        <a:t>quadratic</a:t>
                      </a:r>
                    </a:p>
                  </a:txBody>
                  <a:tcPr anchor="ctr">
                    <a:lnL>
                      <a:noFill/>
                    </a:lnL>
                    <a:lnR>
                      <a:noFill/>
                    </a:lnR>
                    <a:lnT>
                      <a:noFill/>
                    </a:lnT>
                    <a:lnB>
                      <a:noFill/>
                    </a:lnB>
                  </a:tcPr>
                </a:tc>
                <a:extLst>
                  <a:ext uri="{0D108BD9-81ED-4DB2-BD59-A6C34878D82A}">
                    <a16:rowId xmlns:a16="http://schemas.microsoft.com/office/drawing/2014/main" val="10004"/>
                  </a:ext>
                </a:extLst>
              </a:tr>
              <a:tr h="425985">
                <a:tc>
                  <a:txBody>
                    <a:bodyPr/>
                    <a:lstStyle/>
                    <a:p>
                      <a:r>
                        <a:rPr lang="en-US" i="1"/>
                        <a:t>O(n</a:t>
                      </a:r>
                      <a:r>
                        <a:rPr lang="en-US" i="1" baseline="30000"/>
                        <a:t>3</a:t>
                      </a:r>
                      <a:r>
                        <a:rPr lang="en-US" i="1"/>
                        <a:t>)</a:t>
                      </a:r>
                      <a:endParaRPr lang="en-US"/>
                    </a:p>
                  </a:txBody>
                  <a:tcPr anchor="ctr">
                    <a:lnL>
                      <a:noFill/>
                    </a:lnL>
                    <a:lnR>
                      <a:noFill/>
                    </a:lnR>
                    <a:lnT>
                      <a:noFill/>
                    </a:lnT>
                    <a:lnB>
                      <a:noFill/>
                    </a:lnB>
                  </a:tcPr>
                </a:tc>
                <a:tc>
                  <a:txBody>
                    <a:bodyPr/>
                    <a:lstStyle/>
                    <a:p>
                      <a:r>
                        <a:rPr lang="en-US"/>
                        <a:t>cubic</a:t>
                      </a:r>
                    </a:p>
                  </a:txBody>
                  <a:tcPr anchor="ctr">
                    <a:lnL>
                      <a:noFill/>
                    </a:lnL>
                    <a:lnR>
                      <a:noFill/>
                    </a:lnR>
                    <a:lnT>
                      <a:noFill/>
                    </a:lnT>
                    <a:lnB>
                      <a:noFill/>
                    </a:lnB>
                  </a:tcPr>
                </a:tc>
                <a:extLst>
                  <a:ext uri="{0D108BD9-81ED-4DB2-BD59-A6C34878D82A}">
                    <a16:rowId xmlns:a16="http://schemas.microsoft.com/office/drawing/2014/main" val="10005"/>
                  </a:ext>
                </a:extLst>
              </a:tr>
              <a:tr h="745473">
                <a:tc>
                  <a:txBody>
                    <a:bodyPr/>
                    <a:lstStyle/>
                    <a:p>
                      <a:r>
                        <a:rPr lang="en-US" i="1" dirty="0"/>
                        <a:t>O(2</a:t>
                      </a:r>
                      <a:r>
                        <a:rPr lang="en-US" i="1" baseline="30000" dirty="0"/>
                        <a:t>n</a:t>
                      </a:r>
                      <a:r>
                        <a:rPr lang="en-US" i="1" dirty="0"/>
                        <a:t>)</a:t>
                      </a:r>
                      <a:endParaRPr lang="en-US" dirty="0"/>
                    </a:p>
                  </a:txBody>
                  <a:tcPr anchor="ctr">
                    <a:lnL>
                      <a:noFill/>
                    </a:lnL>
                    <a:lnR>
                      <a:noFill/>
                    </a:lnR>
                    <a:lnT>
                      <a:noFill/>
                    </a:lnT>
                    <a:lnB>
                      <a:noFill/>
                    </a:lnB>
                  </a:tcPr>
                </a:tc>
                <a:tc>
                  <a:txBody>
                    <a:bodyPr/>
                    <a:lstStyle/>
                    <a:p>
                      <a:r>
                        <a:rPr lang="en-US" dirty="0"/>
                        <a:t>exponential</a:t>
                      </a:r>
                    </a:p>
                  </a:txBody>
                  <a:tcPr anchor="ctr">
                    <a:lnL>
                      <a:noFill/>
                    </a:lnL>
                    <a:lnR>
                      <a:noFill/>
                    </a:lnR>
                    <a:lnT>
                      <a:noFill/>
                    </a:lnT>
                    <a:lnB>
                      <a:noFill/>
                    </a:lnB>
                  </a:tcPr>
                </a:tc>
                <a:extLst>
                  <a:ext uri="{0D108BD9-81ED-4DB2-BD59-A6C34878D82A}">
                    <a16:rowId xmlns:a16="http://schemas.microsoft.com/office/drawing/2014/main" val="10006"/>
                  </a:ext>
                </a:extLst>
              </a:tr>
            </a:tbl>
          </a:graphicData>
        </a:graphic>
      </p:graphicFrame>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2"/>
          <p:cNvSpPr>
            <a:spLocks noGrp="1" noChangeArrowheads="1"/>
          </p:cNvSpPr>
          <p:nvPr>
            <p:ph type="title"/>
          </p:nvPr>
        </p:nvSpPr>
        <p:spPr>
          <a:xfrm>
            <a:off x="457200" y="267494"/>
            <a:ext cx="8229600" cy="1104106"/>
          </a:xfrm>
        </p:spPr>
        <p:txBody>
          <a:bodyPr/>
          <a:lstStyle/>
          <a:p>
            <a:r>
              <a:rPr lang="en-US" altLang="ja-JP" b="1" dirty="0">
                <a:ea typeface="ＭＳ Ｐゴシック" charset="-128"/>
              </a:rPr>
              <a:t>Growth-Rate Functions</a:t>
            </a:r>
          </a:p>
        </p:txBody>
      </p:sp>
      <p:sp>
        <p:nvSpPr>
          <p:cNvPr id="96259" name="Rectangle 3"/>
          <p:cNvSpPr>
            <a:spLocks noGrp="1" noChangeArrowheads="1"/>
          </p:cNvSpPr>
          <p:nvPr>
            <p:ph idx="1"/>
          </p:nvPr>
        </p:nvSpPr>
        <p:spPr>
          <a:xfrm>
            <a:off x="228600" y="1524000"/>
            <a:ext cx="8704263" cy="5029200"/>
          </a:xfrm>
        </p:spPr>
        <p:txBody>
          <a:bodyPr vert="horz" lIns="91440" tIns="45720" rIns="91440" bIns="45720" rtlCol="0" anchor="t">
            <a:normAutofit fontScale="92500" lnSpcReduction="20000"/>
          </a:bodyPr>
          <a:lstStyle/>
          <a:p>
            <a:pPr algn="just"/>
            <a:r>
              <a:rPr lang="en-US" altLang="ja-JP" sz="2000" dirty="0"/>
              <a:t>O(1) 		Time requirement is constant, and it is independent of the problem’s size.</a:t>
            </a:r>
          </a:p>
          <a:p>
            <a:pPr algn="just"/>
            <a:r>
              <a:rPr lang="en-US" altLang="ja-JP" sz="2000" dirty="0"/>
              <a:t>O(log2n)	Time requirement for a logarithmic algorithm increases slowly as the    	 	    		problem size increases.</a:t>
            </a:r>
          </a:p>
          <a:p>
            <a:pPr algn="just"/>
            <a:r>
              <a:rPr lang="en-US" altLang="ja-JP" sz="2000" dirty="0"/>
              <a:t>O(n)	     	Time requirement for a linear algorithm increases directly with the size </a:t>
            </a:r>
          </a:p>
          <a:p>
            <a:pPr algn="just"/>
            <a:r>
              <a:rPr lang="en-US" altLang="ja-JP" sz="2000" dirty="0"/>
              <a:t>		     	of the problem.</a:t>
            </a:r>
          </a:p>
          <a:p>
            <a:pPr algn="just"/>
            <a:r>
              <a:rPr lang="en-US" altLang="ja-JP" sz="2000" dirty="0"/>
              <a:t>O(n*log2n) Time requirement for a n*log2n algorithm increases more rapidly than </a:t>
            </a:r>
          </a:p>
          <a:p>
            <a:pPr algn="just"/>
            <a:r>
              <a:rPr lang="en-US" altLang="ja-JP" sz="2000" dirty="0"/>
              <a:t>		     	a linear algorithm.</a:t>
            </a:r>
          </a:p>
          <a:p>
            <a:pPr algn="just"/>
            <a:r>
              <a:rPr lang="en-US" altLang="ja-JP" sz="2000" dirty="0"/>
              <a:t>O(n2) 	     	Time requirement for a quadratic algorithm increases rapidly with the </a:t>
            </a:r>
          </a:p>
          <a:p>
            <a:pPr algn="just"/>
            <a:r>
              <a:rPr lang="en-US" altLang="ja-JP" sz="2000" dirty="0"/>
              <a:t>		     	size of the problem.</a:t>
            </a:r>
          </a:p>
          <a:p>
            <a:pPr algn="just"/>
            <a:r>
              <a:rPr lang="en-US" altLang="ja-JP" sz="2000" dirty="0"/>
              <a:t>O(n3) 	     	Time requirement for a cubic algorithm increases more rapidly with the </a:t>
            </a:r>
          </a:p>
          <a:p>
            <a:pPr algn="just"/>
            <a:r>
              <a:rPr lang="en-US" altLang="ja-JP" sz="2000" dirty="0"/>
              <a:t>		     	size of the problem than the time requirement for a quadratic algorithm.</a:t>
            </a:r>
          </a:p>
          <a:p>
            <a:pPr algn="just"/>
            <a:r>
              <a:rPr lang="en-US" altLang="ja-JP" sz="2000" dirty="0"/>
              <a:t>O(2n)	     	As the size of the problem increases, the time requirement for an </a:t>
            </a:r>
          </a:p>
          <a:p>
            <a:pPr algn="just"/>
            <a:r>
              <a:rPr lang="en-US" altLang="ja-JP" sz="2000" dirty="0"/>
              <a:t>		     	exponential algorithm increases too rapidly to be practical.</a:t>
            </a:r>
          </a:p>
          <a:p>
            <a:pPr algn="just"/>
            <a:endParaRPr lang="en-US" altLang="ja-JP" sz="2000" dirty="0"/>
          </a:p>
        </p:txBody>
      </p:sp>
      <p:sp>
        <p:nvSpPr>
          <p:cNvPr id="6" name="スライド番号プレースホルダ 5"/>
          <p:cNvSpPr>
            <a:spLocks noGrp="1"/>
          </p:cNvSpPr>
          <p:nvPr>
            <p:ph type="sldNum" sz="quarter" idx="12"/>
          </p:nvPr>
        </p:nvSpPr>
        <p:spPr/>
        <p:txBody>
          <a:bodyPr/>
          <a:lstStyle/>
          <a:p>
            <a:fld id="{1954F886-B094-45DA-93CC-4C251E34925C}" type="slidenum">
              <a:rPr lang="en-US" altLang="ja-JP"/>
              <a:pPr/>
              <a:t>29</a:t>
            </a:fld>
            <a:endParaRPr lang="en-US" altLang="ja-JP"/>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2"/>
          <p:cNvSpPr>
            <a:spLocks noGrp="1" noChangeArrowheads="1"/>
          </p:cNvSpPr>
          <p:nvPr>
            <p:ph type="title"/>
          </p:nvPr>
        </p:nvSpPr>
        <p:spPr>
          <a:xfrm>
            <a:off x="228600" y="201168"/>
            <a:ext cx="8610600" cy="1399032"/>
          </a:xfrm>
        </p:spPr>
        <p:txBody>
          <a:bodyPr>
            <a:normAutofit/>
          </a:bodyPr>
          <a:lstStyle/>
          <a:p>
            <a:r>
              <a:rPr lang="en-US" altLang="ja-JP" b="1" dirty="0">
                <a:ea typeface="ＭＳ Ｐゴシック" charset="-128"/>
              </a:rPr>
              <a:t>Properties of Growth-Rate Functions</a:t>
            </a:r>
          </a:p>
        </p:txBody>
      </p:sp>
      <p:sp>
        <p:nvSpPr>
          <p:cNvPr id="98307" name="Rectangle 3"/>
          <p:cNvSpPr>
            <a:spLocks noGrp="1" noChangeArrowheads="1"/>
          </p:cNvSpPr>
          <p:nvPr>
            <p:ph idx="1"/>
          </p:nvPr>
        </p:nvSpPr>
        <p:spPr>
          <a:xfrm>
            <a:off x="533400" y="1295400"/>
            <a:ext cx="8153400" cy="4594192"/>
          </a:xfrm>
        </p:spPr>
        <p:txBody>
          <a:bodyPr vert="horz" lIns="91440" tIns="45720" rIns="91440" bIns="45720" rtlCol="0" anchor="t">
            <a:normAutofit fontScale="92500" lnSpcReduction="10000"/>
          </a:bodyPr>
          <a:lstStyle/>
          <a:p>
            <a:pPr algn="just"/>
            <a:r>
              <a:rPr lang="en-US" altLang="ja-JP" sz="2000" dirty="0"/>
              <a:t>We can ignore low-order terms in an algorithm’s growth-rate function.</a:t>
            </a:r>
          </a:p>
          <a:p>
            <a:pPr lvl="1"/>
            <a:r>
              <a:rPr lang="en-US" altLang="ja-JP" dirty="0"/>
              <a:t>If an algorithm is O(n3+4n2+3n), it is also O(n3).</a:t>
            </a:r>
          </a:p>
          <a:p>
            <a:pPr lvl="1"/>
            <a:r>
              <a:rPr lang="en-US" altLang="ja-JP" dirty="0"/>
              <a:t>We only use the higher-order term as algorithm’s growth-rate function.</a:t>
            </a:r>
          </a:p>
          <a:p>
            <a:pPr lvl="1"/>
            <a:endParaRPr lang="en-US" altLang="ja-JP" dirty="0"/>
          </a:p>
          <a:p>
            <a:pPr algn="just"/>
            <a:r>
              <a:rPr lang="en-US" altLang="ja-JP" sz="2000" dirty="0"/>
              <a:t>We can ignore a multiplicative constant in the higher-order term of an algorithm’s growth-rate function.</a:t>
            </a:r>
          </a:p>
          <a:p>
            <a:pPr lvl="1"/>
            <a:r>
              <a:rPr lang="en-US" altLang="ja-JP" dirty="0"/>
              <a:t>If an algorithm is O(5n3), it is also O(n3).</a:t>
            </a:r>
          </a:p>
          <a:p>
            <a:pPr lvl="1"/>
            <a:endParaRPr lang="en-US" altLang="ja-JP" dirty="0"/>
          </a:p>
          <a:p>
            <a:pPr algn="just"/>
            <a:r>
              <a:rPr lang="en-US" altLang="ja-JP" sz="2000" dirty="0"/>
              <a:t>O(f(n)) + O(g(n)) = O(f(n)+g(n))</a:t>
            </a:r>
          </a:p>
          <a:p>
            <a:pPr lvl="1"/>
            <a:r>
              <a:rPr lang="en-US" altLang="ja-JP" dirty="0"/>
              <a:t>We can combine growth-rate functions.</a:t>
            </a:r>
          </a:p>
          <a:p>
            <a:pPr lvl="1"/>
            <a:r>
              <a:rPr lang="en-US" altLang="ja-JP" dirty="0"/>
              <a:t>If an algorithm is O(n3) + O(4n2), it is also O(n3 +4n2) </a:t>
            </a:r>
            <a:r>
              <a:rPr lang="en-US" altLang="ja-JP" dirty="0">
                <a:sym typeface="Wingdings" pitchFamily="2" charset="2"/>
              </a:rPr>
              <a:t> So, it is </a:t>
            </a:r>
            <a:r>
              <a:rPr lang="en-US" altLang="ja-JP" dirty="0"/>
              <a:t>O(n3).</a:t>
            </a:r>
          </a:p>
          <a:p>
            <a:pPr lvl="1"/>
            <a:r>
              <a:rPr lang="en-US" altLang="ja-JP" dirty="0"/>
              <a:t>Similar rules hold for multiplication.</a:t>
            </a:r>
          </a:p>
        </p:txBody>
      </p:sp>
      <p:sp>
        <p:nvSpPr>
          <p:cNvPr id="6" name="スライド番号プレースホルダ 5"/>
          <p:cNvSpPr>
            <a:spLocks noGrp="1"/>
          </p:cNvSpPr>
          <p:nvPr>
            <p:ph type="sldNum" sz="quarter" idx="12"/>
          </p:nvPr>
        </p:nvSpPr>
        <p:spPr/>
        <p:txBody>
          <a:bodyPr/>
          <a:lstStyle/>
          <a:p>
            <a:fld id="{EC65067B-5416-49E3-90CF-920D3785EF1D}" type="slidenum">
              <a:rPr lang="en-US" altLang="ja-JP"/>
              <a:pPr/>
              <a:t>30</a:t>
            </a:fld>
            <a:endParaRPr lang="en-US" altLang="ja-JP"/>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2"/>
          <p:cNvSpPr>
            <a:spLocks noGrp="1" noChangeArrowheads="1"/>
          </p:cNvSpPr>
          <p:nvPr>
            <p:ph type="title"/>
          </p:nvPr>
        </p:nvSpPr>
        <p:spPr>
          <a:xfrm>
            <a:off x="304800" y="152400"/>
            <a:ext cx="8610600" cy="1447800"/>
          </a:xfrm>
        </p:spPr>
        <p:txBody>
          <a:bodyPr>
            <a:normAutofit/>
          </a:bodyPr>
          <a:lstStyle/>
          <a:p>
            <a:r>
              <a:rPr lang="en-US" altLang="ja-JP" sz="3600" b="1" dirty="0">
                <a:ea typeface="ＭＳ Ｐゴシック" charset="-128"/>
              </a:rPr>
              <a:t>Growth-Rate Functions – Example1</a:t>
            </a:r>
          </a:p>
        </p:txBody>
      </p:sp>
      <p:sp>
        <p:nvSpPr>
          <p:cNvPr id="100355" name="Rectangle 3"/>
          <p:cNvSpPr>
            <a:spLocks noGrp="1" noChangeArrowheads="1"/>
          </p:cNvSpPr>
          <p:nvPr>
            <p:ph idx="1"/>
          </p:nvPr>
        </p:nvSpPr>
        <p:spPr>
          <a:xfrm>
            <a:off x="1176865" y="1219200"/>
            <a:ext cx="6798736" cy="5181600"/>
          </a:xfrm>
        </p:spPr>
        <p:txBody>
          <a:bodyPr>
            <a:noAutofit/>
          </a:bodyPr>
          <a:lstStyle/>
          <a:p>
            <a:pPr>
              <a:lnSpc>
                <a:spcPct val="90000"/>
              </a:lnSpc>
              <a:buFontTx/>
              <a:buNone/>
            </a:pPr>
            <a:r>
              <a:rPr lang="en-US" altLang="ja-JP" sz="2000" dirty="0">
                <a:ea typeface="ＭＳ Ｐゴシック" charset="-128"/>
              </a:rPr>
              <a:t>									</a:t>
            </a:r>
            <a:r>
              <a:rPr lang="en-US" altLang="ja-JP" sz="2000" b="1" u="sng" dirty="0">
                <a:ea typeface="ＭＳ Ｐゴシック" charset="-128"/>
              </a:rPr>
              <a:t>Cost</a:t>
            </a:r>
            <a:r>
              <a:rPr lang="en-US" altLang="ja-JP" sz="2000" b="1" dirty="0">
                <a:ea typeface="ＭＳ Ｐゴシック" charset="-128"/>
              </a:rPr>
              <a:t>		</a:t>
            </a:r>
            <a:r>
              <a:rPr lang="en-US" altLang="ja-JP" sz="2000" b="1" u="sng" dirty="0">
                <a:ea typeface="ＭＳ Ｐゴシック" charset="-128"/>
              </a:rPr>
              <a:t>Times</a:t>
            </a:r>
          </a:p>
          <a:p>
            <a:pPr>
              <a:lnSpc>
                <a:spcPct val="90000"/>
              </a:lnSpc>
              <a:buFontTx/>
              <a:buNone/>
            </a:pPr>
            <a:r>
              <a:rPr lang="en-US" altLang="ja-JP" sz="2000" dirty="0">
                <a:ea typeface="ＭＳ Ｐゴシック" charset="-128"/>
              </a:rPr>
              <a:t>	</a:t>
            </a:r>
            <a:r>
              <a:rPr lang="en-US" altLang="ja-JP" sz="2000" dirty="0" err="1">
                <a:latin typeface="Courier New" pitchFamily="49" charset="0"/>
                <a:ea typeface="ＭＳ Ｐゴシック" charset="-128"/>
              </a:rPr>
              <a:t>i</a:t>
            </a:r>
            <a:r>
              <a:rPr lang="en-US" altLang="ja-JP" sz="2000" dirty="0">
                <a:latin typeface="Courier New" pitchFamily="49" charset="0"/>
                <a:ea typeface="ＭＳ Ｐゴシック" charset="-128"/>
              </a:rPr>
              <a:t> = 1;						 </a:t>
            </a:r>
            <a:r>
              <a:rPr lang="en-US" altLang="ja-JP" sz="2000" dirty="0">
                <a:ea typeface="ＭＳ Ｐゴシック" charset="-128"/>
              </a:rPr>
              <a:t>c1		   		1</a:t>
            </a:r>
            <a:endParaRPr lang="en-US" altLang="ja-JP" sz="2000" dirty="0">
              <a:latin typeface="Courier New" pitchFamily="49" charset="0"/>
              <a:ea typeface="ＭＳ Ｐゴシック" charset="-128"/>
            </a:endParaRPr>
          </a:p>
          <a:p>
            <a:pPr>
              <a:lnSpc>
                <a:spcPct val="90000"/>
              </a:lnSpc>
              <a:buFontTx/>
              <a:buNone/>
            </a:pPr>
            <a:r>
              <a:rPr lang="en-US" altLang="ja-JP" sz="2000" dirty="0">
                <a:latin typeface="Courier New" pitchFamily="49" charset="0"/>
                <a:ea typeface="ＭＳ Ｐゴシック" charset="-128"/>
              </a:rPr>
              <a:t>	sum = 0;					 </a:t>
            </a:r>
            <a:r>
              <a:rPr lang="en-US" altLang="ja-JP" sz="2000" dirty="0">
                <a:ea typeface="ＭＳ Ｐゴシック" charset="-128"/>
              </a:rPr>
              <a:t>c2		 	  	1</a:t>
            </a:r>
            <a:endParaRPr lang="en-US" altLang="ja-JP" sz="2000" dirty="0">
              <a:latin typeface="Courier New" pitchFamily="49" charset="0"/>
              <a:ea typeface="ＭＳ Ｐゴシック" charset="-128"/>
            </a:endParaRPr>
          </a:p>
          <a:p>
            <a:pPr>
              <a:lnSpc>
                <a:spcPct val="90000"/>
              </a:lnSpc>
              <a:buFontTx/>
              <a:buNone/>
            </a:pPr>
            <a:r>
              <a:rPr lang="en-US" altLang="ja-JP" sz="2000" dirty="0">
                <a:latin typeface="Courier New" pitchFamily="49" charset="0"/>
                <a:ea typeface="ＭＳ Ｐゴシック" charset="-128"/>
              </a:rPr>
              <a:t>	while (</a:t>
            </a:r>
            <a:r>
              <a:rPr lang="en-US" altLang="ja-JP" sz="2000" dirty="0" err="1">
                <a:latin typeface="Courier New" pitchFamily="49" charset="0"/>
                <a:ea typeface="ＭＳ Ｐゴシック" charset="-128"/>
              </a:rPr>
              <a:t>i</a:t>
            </a:r>
            <a:r>
              <a:rPr lang="en-US" altLang="ja-JP" sz="2000" dirty="0">
                <a:latin typeface="Courier New" pitchFamily="49" charset="0"/>
                <a:ea typeface="ＭＳ Ｐゴシック" charset="-128"/>
              </a:rPr>
              <a:t> &lt;= n) {			 </a:t>
            </a:r>
            <a:r>
              <a:rPr lang="en-US" altLang="ja-JP" sz="2000" dirty="0">
                <a:ea typeface="ＭＳ Ｐゴシック" charset="-128"/>
              </a:rPr>
              <a:t>c3		   		n+1</a:t>
            </a:r>
          </a:p>
          <a:p>
            <a:pPr>
              <a:lnSpc>
                <a:spcPct val="90000"/>
              </a:lnSpc>
              <a:buFontTx/>
              <a:buNone/>
            </a:pPr>
            <a:r>
              <a:rPr lang="en-US" altLang="ja-JP" sz="2000" dirty="0">
                <a:latin typeface="Courier New" pitchFamily="49" charset="0"/>
                <a:ea typeface="ＭＳ Ｐゴシック" charset="-128"/>
              </a:rPr>
              <a:t>		</a:t>
            </a:r>
            <a:r>
              <a:rPr lang="en-US" altLang="ja-JP" sz="2000" dirty="0" err="1">
                <a:latin typeface="Courier New" pitchFamily="49" charset="0"/>
                <a:ea typeface="ＭＳ Ｐゴシック" charset="-128"/>
              </a:rPr>
              <a:t>i</a:t>
            </a:r>
            <a:r>
              <a:rPr lang="en-US" altLang="ja-JP" sz="2000" dirty="0">
                <a:latin typeface="Courier New" pitchFamily="49" charset="0"/>
                <a:ea typeface="ＭＳ Ｐゴシック" charset="-128"/>
              </a:rPr>
              <a:t> = </a:t>
            </a:r>
            <a:r>
              <a:rPr lang="en-US" altLang="ja-JP" sz="2000" dirty="0" err="1">
                <a:latin typeface="Courier New" pitchFamily="49" charset="0"/>
                <a:ea typeface="ＭＳ Ｐゴシック" charset="-128"/>
              </a:rPr>
              <a:t>i</a:t>
            </a:r>
            <a:r>
              <a:rPr lang="en-US" altLang="ja-JP" sz="2000" dirty="0">
                <a:latin typeface="Courier New" pitchFamily="49" charset="0"/>
                <a:ea typeface="ＭＳ Ｐゴシック" charset="-128"/>
              </a:rPr>
              <a:t> + 1;				 </a:t>
            </a:r>
            <a:r>
              <a:rPr lang="en-US" altLang="ja-JP" sz="2000" dirty="0">
                <a:ea typeface="ＭＳ Ｐゴシック" charset="-128"/>
              </a:rPr>
              <a:t>c4		   		n</a:t>
            </a:r>
            <a:r>
              <a:rPr lang="en-US" altLang="ja-JP" sz="2000" dirty="0">
                <a:latin typeface="Courier New" pitchFamily="49" charset="0"/>
                <a:ea typeface="ＭＳ Ｐゴシック" charset="-128"/>
              </a:rPr>
              <a:t>	</a:t>
            </a:r>
          </a:p>
          <a:p>
            <a:pPr>
              <a:lnSpc>
                <a:spcPct val="90000"/>
              </a:lnSpc>
              <a:buFontTx/>
              <a:buNone/>
            </a:pPr>
            <a:r>
              <a:rPr lang="en-US" altLang="ja-JP" sz="2000" dirty="0">
                <a:latin typeface="Courier New" pitchFamily="49" charset="0"/>
                <a:ea typeface="ＭＳ Ｐゴシック" charset="-128"/>
              </a:rPr>
              <a:t>	sum = sum + </a:t>
            </a:r>
            <a:r>
              <a:rPr lang="en-US" altLang="ja-JP" sz="2000" dirty="0" err="1">
                <a:latin typeface="Courier New" pitchFamily="49" charset="0"/>
                <a:ea typeface="ＭＳ Ｐゴシック" charset="-128"/>
              </a:rPr>
              <a:t>i</a:t>
            </a:r>
            <a:r>
              <a:rPr lang="en-US" altLang="ja-JP" sz="2000" dirty="0">
                <a:latin typeface="Courier New" pitchFamily="49" charset="0"/>
                <a:ea typeface="ＭＳ Ｐゴシック" charset="-128"/>
              </a:rPr>
              <a:t>;		</a:t>
            </a:r>
            <a:r>
              <a:rPr lang="en-US" altLang="ja-JP" sz="2000">
                <a:latin typeface="Courier New" pitchFamily="49" charset="0"/>
                <a:ea typeface="ＭＳ Ｐゴシック" charset="-128"/>
              </a:rPr>
              <a:t>	 </a:t>
            </a:r>
            <a:r>
              <a:rPr lang="en-US" altLang="ja-JP" sz="2000" dirty="0">
                <a:ea typeface="ＭＳ Ｐゴシック" charset="-128"/>
              </a:rPr>
              <a:t>c5		   		n</a:t>
            </a:r>
            <a:endParaRPr lang="en-US" altLang="ja-JP" sz="2000" dirty="0">
              <a:latin typeface="Courier New" pitchFamily="49" charset="0"/>
              <a:ea typeface="ＭＳ Ｐゴシック" charset="-128"/>
            </a:endParaRPr>
          </a:p>
          <a:p>
            <a:pPr>
              <a:lnSpc>
                <a:spcPct val="90000"/>
              </a:lnSpc>
              <a:buFontTx/>
              <a:buNone/>
            </a:pPr>
            <a:r>
              <a:rPr lang="en-US" altLang="ja-JP" sz="2000" dirty="0">
                <a:latin typeface="Courier New" pitchFamily="49" charset="0"/>
                <a:ea typeface="ＭＳ Ｐゴシック" charset="-128"/>
              </a:rPr>
              <a:t>	}</a:t>
            </a:r>
          </a:p>
          <a:p>
            <a:pPr>
              <a:lnSpc>
                <a:spcPct val="90000"/>
              </a:lnSpc>
              <a:buFontTx/>
              <a:buNone/>
            </a:pPr>
            <a:endParaRPr lang="en-US" altLang="ja-JP" sz="2000" dirty="0">
              <a:latin typeface="Courier New" pitchFamily="49" charset="0"/>
              <a:ea typeface="ＭＳ Ｐゴシック" charset="-128"/>
            </a:endParaRPr>
          </a:p>
          <a:p>
            <a:pPr>
              <a:lnSpc>
                <a:spcPct val="90000"/>
              </a:lnSpc>
              <a:buFontTx/>
              <a:buNone/>
            </a:pPr>
            <a:r>
              <a:rPr lang="en-US" altLang="ja-JP" sz="2000" dirty="0">
                <a:ea typeface="ＭＳ Ｐゴシック" charset="-128"/>
              </a:rPr>
              <a:t>T(n)  	=  c1 + c2 + (n+1)*c3 + n*c4 + n*c5 </a:t>
            </a:r>
          </a:p>
          <a:p>
            <a:pPr>
              <a:lnSpc>
                <a:spcPct val="90000"/>
              </a:lnSpc>
              <a:buFontTx/>
              <a:buNone/>
            </a:pPr>
            <a:r>
              <a:rPr lang="en-US" altLang="ja-JP" sz="2000" dirty="0">
                <a:ea typeface="ＭＳ Ｐゴシック" charset="-128"/>
              </a:rPr>
              <a:t>		= (c3+c4+c5)*n + (c1+c2+c3)</a:t>
            </a:r>
          </a:p>
          <a:p>
            <a:pPr>
              <a:lnSpc>
                <a:spcPct val="90000"/>
              </a:lnSpc>
              <a:buFontTx/>
              <a:buNone/>
            </a:pPr>
            <a:r>
              <a:rPr lang="en-US" altLang="ja-JP" sz="2000" dirty="0">
                <a:ea typeface="ＭＳ Ｐゴシック" charset="-128"/>
              </a:rPr>
              <a:t>		= </a:t>
            </a:r>
            <a:r>
              <a:rPr lang="en-US" altLang="ja-JP" sz="2000" dirty="0">
                <a:solidFill>
                  <a:schemeClr val="accent1">
                    <a:lumMod val="75000"/>
                  </a:schemeClr>
                </a:solidFill>
                <a:ea typeface="ＭＳ Ｐゴシック" charset="-128"/>
              </a:rPr>
              <a:t>a*n + b</a:t>
            </a:r>
          </a:p>
          <a:p>
            <a:pPr>
              <a:lnSpc>
                <a:spcPct val="90000"/>
              </a:lnSpc>
              <a:buFontTx/>
              <a:buNone/>
            </a:pPr>
            <a:r>
              <a:rPr lang="en-US" altLang="ja-JP" sz="2000" dirty="0">
                <a:ea typeface="ＭＳ Ｐゴシック" charset="-128"/>
              </a:rPr>
              <a:t>	</a:t>
            </a:r>
            <a:r>
              <a:rPr lang="en-US" altLang="ja-JP" sz="2000" dirty="0">
                <a:ea typeface="ＭＳ Ｐゴシック" charset="-128"/>
                <a:sym typeface="Wingdings" pitchFamily="2" charset="2"/>
              </a:rPr>
              <a:t> So, the growth-rate function for this algorithm is  </a:t>
            </a:r>
            <a:r>
              <a:rPr lang="en-US" altLang="ja-JP" sz="2000" b="1" dirty="0">
                <a:solidFill>
                  <a:schemeClr val="accent2">
                    <a:lumMod val="75000"/>
                  </a:schemeClr>
                </a:solidFill>
                <a:ea typeface="ＭＳ Ｐゴシック" charset="-128"/>
                <a:sym typeface="Wingdings" pitchFamily="2" charset="2"/>
              </a:rPr>
              <a:t>O(n).</a:t>
            </a:r>
            <a:endParaRPr lang="en-US" altLang="ja-JP" sz="2000" b="1" dirty="0">
              <a:solidFill>
                <a:schemeClr val="accent2">
                  <a:lumMod val="75000"/>
                </a:schemeClr>
              </a:solidFill>
              <a:ea typeface="ＭＳ Ｐゴシック" charset="-128"/>
            </a:endParaRPr>
          </a:p>
          <a:p>
            <a:pPr>
              <a:lnSpc>
                <a:spcPct val="90000"/>
              </a:lnSpc>
              <a:buFontTx/>
              <a:buNone/>
            </a:pPr>
            <a:endParaRPr lang="en-US" altLang="ja-JP" sz="2000" dirty="0">
              <a:ea typeface="ＭＳ Ｐゴシック" charset="-128"/>
            </a:endParaRPr>
          </a:p>
        </p:txBody>
      </p:sp>
      <p:sp>
        <p:nvSpPr>
          <p:cNvPr id="6" name="スライド番号プレースホルダ 5"/>
          <p:cNvSpPr>
            <a:spLocks noGrp="1"/>
          </p:cNvSpPr>
          <p:nvPr>
            <p:ph type="sldNum" sz="quarter" idx="12"/>
          </p:nvPr>
        </p:nvSpPr>
        <p:spPr/>
        <p:txBody>
          <a:bodyPr/>
          <a:lstStyle/>
          <a:p>
            <a:fld id="{AAC072AB-2F82-47B3-97E3-0A57F05023D7}" type="slidenum">
              <a:rPr lang="en-US" altLang="ja-JP"/>
              <a:pPr/>
              <a:t>31</a:t>
            </a:fld>
            <a:endParaRPr lang="en-US" altLang="ja-JP"/>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2"/>
          <p:cNvSpPr>
            <a:spLocks noGrp="1" noChangeArrowheads="1"/>
          </p:cNvSpPr>
          <p:nvPr>
            <p:ph type="title"/>
          </p:nvPr>
        </p:nvSpPr>
        <p:spPr>
          <a:xfrm>
            <a:off x="1176866" y="0"/>
            <a:ext cx="6798734" cy="1303867"/>
          </a:xfrm>
        </p:spPr>
        <p:txBody>
          <a:bodyPr>
            <a:normAutofit fontScale="90000"/>
          </a:bodyPr>
          <a:lstStyle/>
          <a:p>
            <a:r>
              <a:rPr lang="en-US" altLang="ja-JP" dirty="0">
                <a:ea typeface="ＭＳ Ｐゴシック" charset="-128"/>
              </a:rPr>
              <a:t>Growth-Rate Functions – Example2</a:t>
            </a:r>
          </a:p>
        </p:txBody>
      </p:sp>
      <p:sp>
        <p:nvSpPr>
          <p:cNvPr id="101379" name="Rectangle 3"/>
          <p:cNvSpPr>
            <a:spLocks noGrp="1" noChangeArrowheads="1"/>
          </p:cNvSpPr>
          <p:nvPr>
            <p:ph idx="1"/>
          </p:nvPr>
        </p:nvSpPr>
        <p:spPr>
          <a:xfrm>
            <a:off x="1176865" y="1066800"/>
            <a:ext cx="6798736" cy="5173133"/>
          </a:xfrm>
        </p:spPr>
        <p:txBody>
          <a:bodyPr>
            <a:noAutofit/>
          </a:bodyPr>
          <a:lstStyle/>
          <a:p>
            <a:pPr>
              <a:lnSpc>
                <a:spcPct val="90000"/>
              </a:lnSpc>
              <a:buFontTx/>
              <a:buNone/>
            </a:pPr>
            <a:r>
              <a:rPr lang="en-US" altLang="ja-JP" sz="1600" dirty="0">
                <a:ea typeface="ＭＳ Ｐゴシック" charset="-128"/>
              </a:rPr>
              <a:t>	</a:t>
            </a:r>
            <a:r>
              <a:rPr lang="en-US" altLang="ja-JP" sz="1600" dirty="0">
                <a:latin typeface="Franklin Gothic Book" pitchFamily="34" charset="0"/>
                <a:ea typeface="ＭＳ Ｐゴシック" charset="-128"/>
              </a:rPr>
              <a:t>								</a:t>
            </a:r>
            <a:r>
              <a:rPr lang="en-US" altLang="ja-JP" sz="1600" b="1" u="sng" dirty="0">
                <a:latin typeface="Franklin Gothic Book" pitchFamily="34" charset="0"/>
                <a:ea typeface="ＭＳ Ｐゴシック" charset="-128"/>
              </a:rPr>
              <a:t>Cost</a:t>
            </a:r>
            <a:r>
              <a:rPr lang="en-US" altLang="ja-JP" sz="1600" b="1" dirty="0">
                <a:latin typeface="Franklin Gothic Book" pitchFamily="34" charset="0"/>
                <a:ea typeface="ＭＳ Ｐゴシック" charset="-128"/>
              </a:rPr>
              <a:t>		</a:t>
            </a:r>
            <a:r>
              <a:rPr lang="en-US" altLang="ja-JP" sz="1600" b="1" u="sng" dirty="0">
                <a:latin typeface="Franklin Gothic Book" pitchFamily="34" charset="0"/>
                <a:ea typeface="ＭＳ Ｐゴシック" charset="-128"/>
              </a:rPr>
              <a:t>Times</a:t>
            </a:r>
          </a:p>
          <a:p>
            <a:pPr>
              <a:lnSpc>
                <a:spcPct val="90000"/>
              </a:lnSpc>
              <a:buFontTx/>
              <a:buNone/>
            </a:pPr>
            <a:r>
              <a:rPr lang="en-US" altLang="ja-JP" sz="1600" dirty="0">
                <a:latin typeface="Franklin Gothic Book" pitchFamily="34" charset="0"/>
                <a:ea typeface="ＭＳ Ｐゴシック" charset="-128"/>
              </a:rPr>
              <a:t>	</a:t>
            </a:r>
            <a:r>
              <a:rPr lang="en-US" altLang="ja-JP" sz="1600" dirty="0" err="1">
                <a:latin typeface="Franklin Gothic Book" pitchFamily="34" charset="0"/>
                <a:ea typeface="ＭＳ Ｐゴシック" charset="-128"/>
              </a:rPr>
              <a:t>i</a:t>
            </a:r>
            <a:r>
              <a:rPr lang="en-US" altLang="ja-JP" sz="1600" dirty="0">
                <a:latin typeface="Franklin Gothic Book" pitchFamily="34" charset="0"/>
                <a:ea typeface="ＭＳ Ｐゴシック" charset="-128"/>
              </a:rPr>
              <a:t>=1;				 			 c1		  1</a:t>
            </a:r>
          </a:p>
          <a:p>
            <a:pPr>
              <a:lnSpc>
                <a:spcPct val="90000"/>
              </a:lnSpc>
              <a:buFontTx/>
              <a:buNone/>
            </a:pPr>
            <a:r>
              <a:rPr lang="en-US" altLang="ja-JP" sz="1600" dirty="0">
                <a:latin typeface="Franklin Gothic Book" pitchFamily="34" charset="0"/>
                <a:ea typeface="ＭＳ Ｐゴシック" charset="-128"/>
              </a:rPr>
              <a:t>	sum = 0;		 				 c2		  1</a:t>
            </a:r>
          </a:p>
          <a:p>
            <a:pPr>
              <a:lnSpc>
                <a:spcPct val="90000"/>
              </a:lnSpc>
              <a:buFontTx/>
              <a:buNone/>
            </a:pPr>
            <a:r>
              <a:rPr lang="en-US" altLang="ja-JP" sz="1600" dirty="0">
                <a:latin typeface="Franklin Gothic Book" pitchFamily="34" charset="0"/>
                <a:ea typeface="ＭＳ Ｐゴシック" charset="-128"/>
              </a:rPr>
              <a:t>	while (</a:t>
            </a:r>
            <a:r>
              <a:rPr lang="en-US" altLang="ja-JP" sz="1600" dirty="0" err="1">
                <a:latin typeface="Franklin Gothic Book" pitchFamily="34" charset="0"/>
                <a:ea typeface="ＭＳ Ｐゴシック" charset="-128"/>
              </a:rPr>
              <a:t>i</a:t>
            </a:r>
            <a:r>
              <a:rPr lang="en-US" altLang="ja-JP" sz="1600" dirty="0">
                <a:latin typeface="Franklin Gothic Book" pitchFamily="34" charset="0"/>
                <a:ea typeface="ＭＳ Ｐゴシック" charset="-128"/>
              </a:rPr>
              <a:t> &lt;= n) { 		 			 c3		  n+1</a:t>
            </a:r>
          </a:p>
          <a:p>
            <a:pPr>
              <a:lnSpc>
                <a:spcPct val="90000"/>
              </a:lnSpc>
              <a:buFontTx/>
              <a:buNone/>
            </a:pPr>
            <a:r>
              <a:rPr lang="en-US" altLang="ja-JP" sz="1600" dirty="0">
                <a:latin typeface="Franklin Gothic Book" pitchFamily="34" charset="0"/>
                <a:ea typeface="ＭＳ Ｐゴシック" charset="-128"/>
              </a:rPr>
              <a:t>		j=1;				 			c4		  n</a:t>
            </a:r>
          </a:p>
          <a:p>
            <a:pPr>
              <a:lnSpc>
                <a:spcPct val="90000"/>
              </a:lnSpc>
              <a:buFontTx/>
              <a:buNone/>
            </a:pPr>
            <a:r>
              <a:rPr lang="en-US" altLang="ja-JP" sz="1600" dirty="0">
                <a:latin typeface="Franklin Gothic Book" pitchFamily="34" charset="0"/>
                <a:ea typeface="ＭＳ Ｐゴシック" charset="-128"/>
              </a:rPr>
              <a:t>		while (j &lt;= n) {					 c5	 	  n*(n+1)</a:t>
            </a:r>
          </a:p>
          <a:p>
            <a:pPr>
              <a:lnSpc>
                <a:spcPct val="90000"/>
              </a:lnSpc>
              <a:buFontTx/>
              <a:buNone/>
            </a:pPr>
            <a:r>
              <a:rPr lang="en-US" altLang="ja-JP" sz="1600" dirty="0">
                <a:latin typeface="Franklin Gothic Book" pitchFamily="34" charset="0"/>
                <a:ea typeface="ＭＳ Ｐゴシック" charset="-128"/>
              </a:rPr>
              <a:t>		    sum = sum + </a:t>
            </a:r>
            <a:r>
              <a:rPr lang="en-US" altLang="ja-JP" sz="1600" dirty="0" err="1">
                <a:latin typeface="Franklin Gothic Book" pitchFamily="34" charset="0"/>
                <a:ea typeface="ＭＳ Ｐゴシック" charset="-128"/>
              </a:rPr>
              <a:t>i</a:t>
            </a:r>
            <a:r>
              <a:rPr lang="en-US" altLang="ja-JP" sz="1600" dirty="0">
                <a:latin typeface="Franklin Gothic Book" pitchFamily="34" charset="0"/>
                <a:ea typeface="ＭＳ Ｐゴシック" charset="-128"/>
              </a:rPr>
              <a:t>;	 			 c6		  n*n</a:t>
            </a:r>
          </a:p>
          <a:p>
            <a:pPr>
              <a:lnSpc>
                <a:spcPct val="90000"/>
              </a:lnSpc>
              <a:buFontTx/>
              <a:buNone/>
            </a:pPr>
            <a:r>
              <a:rPr lang="en-US" altLang="ja-JP" sz="1600" dirty="0">
                <a:latin typeface="Franklin Gothic Book" pitchFamily="34" charset="0"/>
                <a:ea typeface="ＭＳ Ｐゴシック" charset="-128"/>
              </a:rPr>
              <a:t>		    j = j + 1; 		 			 c7		  n*n</a:t>
            </a:r>
          </a:p>
          <a:p>
            <a:pPr>
              <a:lnSpc>
                <a:spcPct val="90000"/>
              </a:lnSpc>
              <a:buNone/>
            </a:pPr>
            <a:r>
              <a:rPr lang="en-US" altLang="ja-JP" sz="1600" dirty="0">
                <a:latin typeface="Franklin Gothic Book" pitchFamily="34" charset="0"/>
                <a:ea typeface="ＭＳ Ｐゴシック" charset="-128"/>
              </a:rPr>
              <a:t>	   } 							c8		  n</a:t>
            </a:r>
          </a:p>
          <a:p>
            <a:pPr>
              <a:lnSpc>
                <a:spcPct val="90000"/>
              </a:lnSpc>
              <a:buFontTx/>
              <a:buNone/>
            </a:pPr>
            <a:r>
              <a:rPr lang="en-US" altLang="ja-JP" sz="1600" dirty="0">
                <a:latin typeface="Franklin Gothic Book" pitchFamily="34" charset="0"/>
                <a:ea typeface="ＭＳ Ｐゴシック" charset="-128"/>
              </a:rPr>
              <a:t>	   </a:t>
            </a:r>
            <a:r>
              <a:rPr lang="en-US" altLang="ja-JP" sz="1600" dirty="0" err="1">
                <a:latin typeface="Franklin Gothic Book" pitchFamily="34" charset="0"/>
                <a:ea typeface="ＭＳ Ｐゴシック" charset="-128"/>
              </a:rPr>
              <a:t>i</a:t>
            </a:r>
            <a:r>
              <a:rPr lang="en-US" altLang="ja-JP" sz="1600" dirty="0">
                <a:latin typeface="Franklin Gothic Book" pitchFamily="34" charset="0"/>
                <a:ea typeface="ＭＳ Ｐゴシック" charset="-128"/>
              </a:rPr>
              <a:t> = </a:t>
            </a:r>
            <a:r>
              <a:rPr lang="en-US" altLang="ja-JP" sz="1600" dirty="0" err="1">
                <a:latin typeface="Franklin Gothic Book" pitchFamily="34" charset="0"/>
                <a:ea typeface="ＭＳ Ｐゴシック" charset="-128"/>
              </a:rPr>
              <a:t>i</a:t>
            </a:r>
            <a:r>
              <a:rPr lang="en-US" altLang="ja-JP" sz="1600" dirty="0">
                <a:latin typeface="Franklin Gothic Book" pitchFamily="34" charset="0"/>
                <a:ea typeface="ＭＳ Ｐゴシック" charset="-128"/>
              </a:rPr>
              <a:t> +1;							}</a:t>
            </a:r>
          </a:p>
          <a:p>
            <a:pPr>
              <a:lnSpc>
                <a:spcPct val="90000"/>
              </a:lnSpc>
              <a:buFontTx/>
              <a:buNone/>
            </a:pPr>
            <a:r>
              <a:rPr lang="en-US" altLang="ja-JP" sz="1600" dirty="0">
                <a:latin typeface="Franklin Gothic Book" pitchFamily="34" charset="0"/>
                <a:ea typeface="ＭＳ Ｐゴシック" charset="-128"/>
              </a:rPr>
              <a:t>T(n) 	=  c1 + c2 + (n+1)*c3 + n*c4 + n*(n+1)*c5+n*n*c6+n*n*c7+n*c8</a:t>
            </a:r>
          </a:p>
          <a:p>
            <a:pPr>
              <a:lnSpc>
                <a:spcPct val="90000"/>
              </a:lnSpc>
              <a:buFontTx/>
              <a:buNone/>
            </a:pPr>
            <a:r>
              <a:rPr lang="en-US" altLang="ja-JP" sz="1600" dirty="0">
                <a:latin typeface="Franklin Gothic Book" pitchFamily="34" charset="0"/>
                <a:ea typeface="ＭＳ Ｐゴシック" charset="-128"/>
              </a:rPr>
              <a:t>		= (c5+c6+c7)*n</a:t>
            </a:r>
            <a:r>
              <a:rPr lang="en-US" altLang="ja-JP" sz="1600" baseline="30000" dirty="0">
                <a:latin typeface="Franklin Gothic Book" pitchFamily="34" charset="0"/>
                <a:ea typeface="ＭＳ Ｐゴシック" charset="-128"/>
              </a:rPr>
              <a:t>2</a:t>
            </a:r>
            <a:r>
              <a:rPr lang="en-US" altLang="ja-JP" sz="1600" dirty="0">
                <a:latin typeface="Franklin Gothic Book" pitchFamily="34" charset="0"/>
                <a:ea typeface="ＭＳ Ｐゴシック" charset="-128"/>
              </a:rPr>
              <a:t> + (c3+c4+c5+c8)*n + (c1+c2+c3)</a:t>
            </a:r>
          </a:p>
          <a:p>
            <a:pPr>
              <a:lnSpc>
                <a:spcPct val="90000"/>
              </a:lnSpc>
              <a:buFontTx/>
              <a:buNone/>
            </a:pPr>
            <a:r>
              <a:rPr lang="en-US" altLang="ja-JP" sz="1600" dirty="0">
                <a:latin typeface="Franklin Gothic Book" pitchFamily="34" charset="0"/>
                <a:ea typeface="ＭＳ Ｐゴシック" charset="-128"/>
              </a:rPr>
              <a:t>		</a:t>
            </a:r>
            <a:r>
              <a:rPr lang="en-US" altLang="ja-JP" sz="1600" dirty="0">
                <a:solidFill>
                  <a:schemeClr val="accent1">
                    <a:lumMod val="75000"/>
                  </a:schemeClr>
                </a:solidFill>
                <a:latin typeface="Franklin Gothic Book" pitchFamily="34" charset="0"/>
                <a:ea typeface="ＭＳ Ｐゴシック" charset="-128"/>
              </a:rPr>
              <a:t>= a*n</a:t>
            </a:r>
            <a:r>
              <a:rPr lang="en-US" altLang="ja-JP" sz="1600" baseline="30000" dirty="0">
                <a:solidFill>
                  <a:schemeClr val="accent1">
                    <a:lumMod val="75000"/>
                  </a:schemeClr>
                </a:solidFill>
                <a:latin typeface="Franklin Gothic Book" pitchFamily="34" charset="0"/>
                <a:ea typeface="ＭＳ Ｐゴシック" charset="-128"/>
              </a:rPr>
              <a:t>2</a:t>
            </a:r>
            <a:r>
              <a:rPr lang="en-US" altLang="ja-JP" sz="1600" dirty="0">
                <a:solidFill>
                  <a:schemeClr val="accent1">
                    <a:lumMod val="75000"/>
                  </a:schemeClr>
                </a:solidFill>
                <a:latin typeface="Franklin Gothic Book" pitchFamily="34" charset="0"/>
                <a:ea typeface="ＭＳ Ｐゴシック" charset="-128"/>
              </a:rPr>
              <a:t> + b*n + c</a:t>
            </a:r>
          </a:p>
          <a:p>
            <a:pPr>
              <a:lnSpc>
                <a:spcPct val="90000"/>
              </a:lnSpc>
              <a:buFontTx/>
              <a:buNone/>
            </a:pPr>
            <a:r>
              <a:rPr lang="en-US" altLang="ja-JP" sz="1600" dirty="0">
                <a:latin typeface="Franklin Gothic Book" pitchFamily="34" charset="0"/>
                <a:ea typeface="ＭＳ Ｐゴシック" charset="-128"/>
              </a:rPr>
              <a:t>	</a:t>
            </a:r>
            <a:r>
              <a:rPr lang="en-US" altLang="ja-JP" sz="1600" dirty="0">
                <a:latin typeface="Franklin Gothic Book" pitchFamily="34" charset="0"/>
                <a:ea typeface="ＭＳ Ｐゴシック" charset="-128"/>
                <a:sym typeface="Wingdings" pitchFamily="2" charset="2"/>
              </a:rPr>
              <a:t> So, the growth-rate function for this algorithm is  </a:t>
            </a:r>
            <a:r>
              <a:rPr lang="en-US" altLang="ja-JP" sz="1600" b="1" dirty="0">
                <a:solidFill>
                  <a:schemeClr val="accent1">
                    <a:lumMod val="75000"/>
                  </a:schemeClr>
                </a:solidFill>
                <a:latin typeface="Franklin Gothic Book" pitchFamily="34" charset="0"/>
                <a:ea typeface="ＭＳ Ｐゴシック" charset="-128"/>
                <a:sym typeface="Wingdings" pitchFamily="2" charset="2"/>
              </a:rPr>
              <a:t>O(n</a:t>
            </a:r>
            <a:r>
              <a:rPr lang="en-US" altLang="ja-JP" sz="1600" b="1" baseline="30000" dirty="0">
                <a:solidFill>
                  <a:schemeClr val="accent1">
                    <a:lumMod val="75000"/>
                  </a:schemeClr>
                </a:solidFill>
                <a:latin typeface="Franklin Gothic Book" pitchFamily="34" charset="0"/>
                <a:ea typeface="ＭＳ Ｐゴシック" charset="-128"/>
                <a:sym typeface="Wingdings" pitchFamily="2" charset="2"/>
              </a:rPr>
              <a:t>2</a:t>
            </a:r>
            <a:r>
              <a:rPr lang="en-US" altLang="ja-JP" sz="1600" b="1" dirty="0">
                <a:solidFill>
                  <a:schemeClr val="accent1">
                    <a:lumMod val="75000"/>
                  </a:schemeClr>
                </a:solidFill>
                <a:latin typeface="Franklin Gothic Book" pitchFamily="34" charset="0"/>
                <a:ea typeface="ＭＳ Ｐゴシック" charset="-128"/>
                <a:sym typeface="Wingdings" pitchFamily="2" charset="2"/>
              </a:rPr>
              <a:t>)</a:t>
            </a:r>
            <a:endParaRPr lang="en-US" altLang="ja-JP" sz="1600" b="1" dirty="0">
              <a:solidFill>
                <a:schemeClr val="accent1">
                  <a:lumMod val="75000"/>
                </a:schemeClr>
              </a:solidFill>
              <a:latin typeface="Franklin Gothic Book" pitchFamily="34" charset="0"/>
              <a:ea typeface="ＭＳ Ｐゴシック" charset="-128"/>
            </a:endParaRPr>
          </a:p>
          <a:p>
            <a:pPr>
              <a:lnSpc>
                <a:spcPct val="90000"/>
              </a:lnSpc>
              <a:buFontTx/>
              <a:buNone/>
            </a:pPr>
            <a:endParaRPr lang="en-US" altLang="ja-JP" sz="1600" dirty="0">
              <a:latin typeface="Franklin Gothic Book" pitchFamily="34" charset="0"/>
              <a:ea typeface="ＭＳ Ｐゴシック" charset="-128"/>
            </a:endParaRPr>
          </a:p>
        </p:txBody>
      </p:sp>
      <p:sp>
        <p:nvSpPr>
          <p:cNvPr id="5" name="フッター プレースホルダ 4"/>
          <p:cNvSpPr>
            <a:spLocks noGrp="1"/>
          </p:cNvSpPr>
          <p:nvPr>
            <p:ph type="ftr" sz="quarter" idx="11"/>
          </p:nvPr>
        </p:nvSpPr>
        <p:spPr/>
        <p:txBody>
          <a:bodyPr/>
          <a:lstStyle/>
          <a:p>
            <a:r>
              <a:rPr lang="en-US" altLang="ja-JP" dirty="0"/>
              <a:t>CENG 213 Data Structures</a:t>
            </a:r>
          </a:p>
        </p:txBody>
      </p:sp>
      <p:sp>
        <p:nvSpPr>
          <p:cNvPr id="6" name="スライド番号プレースホルダ 5"/>
          <p:cNvSpPr>
            <a:spLocks noGrp="1"/>
          </p:cNvSpPr>
          <p:nvPr>
            <p:ph type="sldNum" sz="quarter" idx="12"/>
          </p:nvPr>
        </p:nvSpPr>
        <p:spPr/>
        <p:txBody>
          <a:bodyPr/>
          <a:lstStyle/>
          <a:p>
            <a:fld id="{33004DAE-B585-4B85-BEE5-5D3071B5CACB}" type="slidenum">
              <a:rPr lang="en-US" altLang="ja-JP"/>
              <a:pPr/>
              <a:t>32</a:t>
            </a:fld>
            <a:endParaRPr lang="en-US" altLang="ja-JP"/>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2"/>
          <p:cNvSpPr>
            <a:spLocks noGrp="1" noChangeArrowheads="1"/>
          </p:cNvSpPr>
          <p:nvPr>
            <p:ph type="title"/>
          </p:nvPr>
        </p:nvSpPr>
        <p:spPr>
          <a:xfrm>
            <a:off x="-76200" y="0"/>
            <a:ext cx="8915400" cy="1295400"/>
          </a:xfrm>
        </p:spPr>
        <p:txBody>
          <a:bodyPr>
            <a:normAutofit/>
          </a:bodyPr>
          <a:lstStyle/>
          <a:p>
            <a:r>
              <a:rPr lang="en-US" altLang="ja-JP" sz="3600" b="1" dirty="0">
                <a:ea typeface="ＭＳ Ｐゴシック" charset="-128"/>
              </a:rPr>
              <a:t>Growth-Rate Functions – Example3</a:t>
            </a:r>
          </a:p>
        </p:txBody>
      </p:sp>
      <p:sp>
        <p:nvSpPr>
          <p:cNvPr id="102403" name="Rectangle 3"/>
          <p:cNvSpPr>
            <a:spLocks noGrp="1" noChangeArrowheads="1"/>
          </p:cNvSpPr>
          <p:nvPr>
            <p:ph idx="1"/>
          </p:nvPr>
        </p:nvSpPr>
        <p:spPr>
          <a:xfrm>
            <a:off x="280988" y="990600"/>
            <a:ext cx="8863012" cy="5562600"/>
          </a:xfrm>
        </p:spPr>
        <p:txBody>
          <a:bodyPr>
            <a:normAutofit fontScale="92500" lnSpcReduction="10000"/>
          </a:bodyPr>
          <a:lstStyle/>
          <a:p>
            <a:pPr>
              <a:lnSpc>
                <a:spcPct val="90000"/>
              </a:lnSpc>
              <a:buFontTx/>
              <a:buNone/>
            </a:pPr>
            <a:r>
              <a:rPr lang="en-US" altLang="ja-JP" dirty="0">
                <a:ea typeface="ＭＳ Ｐゴシック" charset="-128"/>
              </a:rPr>
              <a:t>											</a:t>
            </a:r>
            <a:r>
              <a:rPr lang="en-US" altLang="ja-JP" b="1" u="sng" dirty="0">
                <a:ea typeface="ＭＳ Ｐゴシック" charset="-128"/>
              </a:rPr>
              <a:t>Cost</a:t>
            </a:r>
            <a:r>
              <a:rPr lang="en-US" altLang="ja-JP" b="1" dirty="0">
                <a:ea typeface="ＭＳ Ｐゴシック" charset="-128"/>
              </a:rPr>
              <a:t>		</a:t>
            </a:r>
            <a:r>
              <a:rPr lang="en-US" altLang="ja-JP" b="1" u="sng" dirty="0">
                <a:ea typeface="ＭＳ Ｐゴシック" charset="-128"/>
              </a:rPr>
              <a:t>Times</a:t>
            </a:r>
          </a:p>
          <a:p>
            <a:pPr>
              <a:lnSpc>
                <a:spcPct val="90000"/>
              </a:lnSpc>
              <a:buFontTx/>
              <a:buNone/>
            </a:pPr>
            <a:r>
              <a:rPr lang="en-US" altLang="ja-JP" dirty="0">
                <a:ea typeface="ＭＳ Ｐゴシック" charset="-128"/>
              </a:rPr>
              <a:t>	</a:t>
            </a:r>
            <a:r>
              <a:rPr lang="en-US" altLang="ja-JP" sz="2000" dirty="0">
                <a:latin typeface="Courier New" pitchFamily="49" charset="0"/>
                <a:ea typeface="ＭＳ Ｐゴシック" charset="-128"/>
              </a:rPr>
              <a:t>for (</a:t>
            </a:r>
            <a:r>
              <a:rPr lang="en-US" altLang="ja-JP" sz="2000" dirty="0" err="1">
                <a:latin typeface="Courier New" pitchFamily="49" charset="0"/>
                <a:ea typeface="ＭＳ Ｐゴシック" charset="-128"/>
              </a:rPr>
              <a:t>i</a:t>
            </a:r>
            <a:r>
              <a:rPr lang="en-US" altLang="ja-JP" sz="2000" dirty="0">
                <a:latin typeface="Courier New" pitchFamily="49" charset="0"/>
                <a:ea typeface="ＭＳ Ｐゴシック" charset="-128"/>
              </a:rPr>
              <a:t>=1; </a:t>
            </a:r>
            <a:r>
              <a:rPr lang="en-US" altLang="ja-JP" sz="2000" dirty="0" err="1">
                <a:latin typeface="Courier New" pitchFamily="49" charset="0"/>
                <a:ea typeface="ＭＳ Ｐゴシック" charset="-128"/>
              </a:rPr>
              <a:t>i</a:t>
            </a:r>
            <a:r>
              <a:rPr lang="en-US" altLang="ja-JP" sz="2000" dirty="0">
                <a:latin typeface="Courier New" pitchFamily="49" charset="0"/>
                <a:ea typeface="ＭＳ Ｐゴシック" charset="-128"/>
              </a:rPr>
              <a:t>&lt;=n; </a:t>
            </a:r>
            <a:r>
              <a:rPr lang="en-US" altLang="ja-JP" sz="2000" dirty="0" err="1">
                <a:latin typeface="Courier New" pitchFamily="49" charset="0"/>
                <a:ea typeface="ＭＳ Ｐゴシック" charset="-128"/>
              </a:rPr>
              <a:t>i</a:t>
            </a:r>
            <a:r>
              <a:rPr lang="en-US" altLang="ja-JP" sz="2000" dirty="0">
                <a:latin typeface="Courier New" pitchFamily="49" charset="0"/>
                <a:ea typeface="ＭＳ Ｐゴシック" charset="-128"/>
              </a:rPr>
              <a:t>++)				c1		 	n+1</a:t>
            </a:r>
          </a:p>
          <a:p>
            <a:pPr>
              <a:lnSpc>
                <a:spcPct val="90000"/>
              </a:lnSpc>
              <a:buFontTx/>
              <a:buNone/>
            </a:pPr>
            <a:endParaRPr lang="en-US" altLang="ja-JP" sz="2000" dirty="0">
              <a:latin typeface="Courier New" pitchFamily="49" charset="0"/>
              <a:ea typeface="ＭＳ Ｐゴシック" charset="-128"/>
            </a:endParaRPr>
          </a:p>
          <a:p>
            <a:pPr>
              <a:lnSpc>
                <a:spcPct val="90000"/>
              </a:lnSpc>
              <a:buFontTx/>
              <a:buNone/>
            </a:pPr>
            <a:r>
              <a:rPr lang="en-US" altLang="ja-JP" sz="2000" dirty="0">
                <a:latin typeface="Courier New" pitchFamily="49" charset="0"/>
                <a:ea typeface="ＭＳ Ｐゴシック" charset="-128"/>
              </a:rPr>
              <a:t>	  for (j=1; j&lt;=</a:t>
            </a:r>
            <a:r>
              <a:rPr lang="en-US" altLang="ja-JP" sz="2000" dirty="0" err="1">
                <a:latin typeface="Courier New" pitchFamily="49" charset="0"/>
                <a:ea typeface="ＭＳ Ｐゴシック" charset="-128"/>
              </a:rPr>
              <a:t>i</a:t>
            </a:r>
            <a:r>
              <a:rPr lang="en-US" altLang="ja-JP" sz="2000" dirty="0">
                <a:latin typeface="Courier New" pitchFamily="49" charset="0"/>
                <a:ea typeface="ＭＳ Ｐゴシック" charset="-128"/>
              </a:rPr>
              <a:t>; j++)	 		c2		  </a:t>
            </a:r>
          </a:p>
          <a:p>
            <a:pPr>
              <a:lnSpc>
                <a:spcPct val="90000"/>
              </a:lnSpc>
              <a:buFontTx/>
              <a:buNone/>
            </a:pPr>
            <a:r>
              <a:rPr lang="en-US" altLang="ja-JP" sz="2000" dirty="0">
                <a:latin typeface="Courier New" pitchFamily="49" charset="0"/>
                <a:ea typeface="ＭＳ Ｐゴシック" charset="-128"/>
              </a:rPr>
              <a:t>	   </a:t>
            </a:r>
          </a:p>
          <a:p>
            <a:pPr>
              <a:lnSpc>
                <a:spcPct val="90000"/>
              </a:lnSpc>
              <a:buFontTx/>
              <a:buNone/>
            </a:pPr>
            <a:r>
              <a:rPr lang="en-US" altLang="ja-JP" sz="2000" dirty="0">
                <a:latin typeface="Courier New" pitchFamily="49" charset="0"/>
                <a:ea typeface="ＭＳ Ｐゴシック" charset="-128"/>
              </a:rPr>
              <a:t>		 for (k=1; k&lt;=j; k++) 	 		c3		</a:t>
            </a:r>
          </a:p>
          <a:p>
            <a:pPr>
              <a:lnSpc>
                <a:spcPct val="90000"/>
              </a:lnSpc>
              <a:buFontTx/>
              <a:buNone/>
            </a:pPr>
            <a:endParaRPr lang="en-US" altLang="ja-JP" sz="2000" dirty="0">
              <a:latin typeface="Courier New" pitchFamily="49" charset="0"/>
              <a:ea typeface="ＭＳ Ｐゴシック" charset="-128"/>
            </a:endParaRPr>
          </a:p>
          <a:p>
            <a:pPr>
              <a:lnSpc>
                <a:spcPct val="90000"/>
              </a:lnSpc>
              <a:buFontTx/>
              <a:buNone/>
            </a:pPr>
            <a:r>
              <a:rPr lang="en-US" altLang="ja-JP" sz="2000" dirty="0">
                <a:latin typeface="Courier New" pitchFamily="49" charset="0"/>
                <a:ea typeface="ＭＳ Ｐゴシック" charset="-128"/>
              </a:rPr>
              <a:t>		  x=x+1;							c4		  </a:t>
            </a:r>
          </a:p>
          <a:p>
            <a:pPr>
              <a:lnSpc>
                <a:spcPct val="90000"/>
              </a:lnSpc>
              <a:buFontTx/>
              <a:buNone/>
            </a:pPr>
            <a:endParaRPr lang="en-US" altLang="ja-JP" sz="2000" dirty="0">
              <a:latin typeface="Courier New" pitchFamily="49" charset="0"/>
              <a:ea typeface="ＭＳ Ｐゴシック" charset="-128"/>
            </a:endParaRPr>
          </a:p>
          <a:p>
            <a:pPr>
              <a:lnSpc>
                <a:spcPct val="90000"/>
              </a:lnSpc>
              <a:buFontTx/>
              <a:buNone/>
            </a:pPr>
            <a:endParaRPr lang="en-US" altLang="ja-JP" sz="2000" dirty="0">
              <a:ea typeface="ＭＳ Ｐゴシック" charset="-128"/>
            </a:endParaRPr>
          </a:p>
          <a:p>
            <a:pPr>
              <a:lnSpc>
                <a:spcPct val="90000"/>
              </a:lnSpc>
              <a:buFontTx/>
              <a:buNone/>
            </a:pPr>
            <a:r>
              <a:rPr lang="en-US" altLang="ja-JP" sz="2000" dirty="0">
                <a:ea typeface="ＭＳ Ｐゴシック" charset="-128"/>
              </a:rPr>
              <a:t>T(n) 	=  c1*(n+1) + c2*(                ) + 		c3* (                   )+ c4*(               )</a:t>
            </a:r>
          </a:p>
          <a:p>
            <a:pPr>
              <a:lnSpc>
                <a:spcPct val="90000"/>
              </a:lnSpc>
              <a:buFontTx/>
              <a:buNone/>
            </a:pPr>
            <a:endParaRPr lang="en-US" altLang="ja-JP" sz="2000" dirty="0">
              <a:ea typeface="ＭＳ Ｐゴシック" charset="-128"/>
            </a:endParaRPr>
          </a:p>
          <a:p>
            <a:pPr>
              <a:lnSpc>
                <a:spcPct val="90000"/>
              </a:lnSpc>
              <a:buFontTx/>
              <a:buNone/>
            </a:pPr>
            <a:r>
              <a:rPr lang="en-US" altLang="ja-JP" sz="2000" dirty="0">
                <a:ea typeface="ＭＳ Ｐゴシック" charset="-128"/>
              </a:rPr>
              <a:t>			= a*n</a:t>
            </a:r>
            <a:r>
              <a:rPr lang="en-US" altLang="ja-JP" sz="2000" baseline="30000" dirty="0">
                <a:ea typeface="ＭＳ Ｐゴシック" charset="-128"/>
              </a:rPr>
              <a:t>3</a:t>
            </a:r>
            <a:r>
              <a:rPr lang="en-US" altLang="ja-JP" sz="2000" dirty="0">
                <a:ea typeface="ＭＳ Ｐゴシック" charset="-128"/>
              </a:rPr>
              <a:t> + b*n</a:t>
            </a:r>
            <a:r>
              <a:rPr lang="en-US" altLang="ja-JP" sz="2000" baseline="30000" dirty="0">
                <a:ea typeface="ＭＳ Ｐゴシック" charset="-128"/>
              </a:rPr>
              <a:t>2</a:t>
            </a:r>
            <a:r>
              <a:rPr lang="en-US" altLang="ja-JP" sz="2000" dirty="0">
                <a:ea typeface="ＭＳ Ｐゴシック" charset="-128"/>
              </a:rPr>
              <a:t> + c*n + d</a:t>
            </a:r>
          </a:p>
          <a:p>
            <a:pPr>
              <a:lnSpc>
                <a:spcPct val="90000"/>
              </a:lnSpc>
              <a:buFont typeface="Wingdings" pitchFamily="2" charset="2"/>
              <a:buChar char="Ø"/>
            </a:pPr>
            <a:r>
              <a:rPr lang="en-US" altLang="ja-JP" sz="2000" dirty="0">
                <a:ea typeface="ＭＳ Ｐゴシック" charset="-128"/>
                <a:sym typeface="Wingdings" pitchFamily="2" charset="2"/>
              </a:rPr>
              <a:t> So, the growth-rate function for this algorithm is  </a:t>
            </a:r>
            <a:r>
              <a:rPr lang="en-US" altLang="ja-JP" sz="2000" b="1" dirty="0">
                <a:solidFill>
                  <a:schemeClr val="accent1">
                    <a:lumMod val="75000"/>
                  </a:schemeClr>
                </a:solidFill>
                <a:ea typeface="ＭＳ Ｐゴシック" charset="-128"/>
                <a:sym typeface="Wingdings" pitchFamily="2" charset="2"/>
              </a:rPr>
              <a:t>O(n</a:t>
            </a:r>
            <a:r>
              <a:rPr lang="en-US" altLang="ja-JP" sz="2000" b="1" baseline="30000" dirty="0">
                <a:solidFill>
                  <a:schemeClr val="accent1">
                    <a:lumMod val="75000"/>
                  </a:schemeClr>
                </a:solidFill>
                <a:ea typeface="ＭＳ Ｐゴシック" charset="-128"/>
                <a:sym typeface="Wingdings" pitchFamily="2" charset="2"/>
              </a:rPr>
              <a:t>3</a:t>
            </a:r>
            <a:r>
              <a:rPr lang="en-US" altLang="ja-JP" sz="2000" b="1" dirty="0">
                <a:solidFill>
                  <a:schemeClr val="accent1">
                    <a:lumMod val="75000"/>
                  </a:schemeClr>
                </a:solidFill>
                <a:ea typeface="ＭＳ Ｐゴシック" charset="-128"/>
                <a:sym typeface="Wingdings" pitchFamily="2" charset="2"/>
              </a:rPr>
              <a:t>)</a:t>
            </a:r>
            <a:endParaRPr lang="en-US" altLang="ja-JP" sz="2000" b="1" dirty="0">
              <a:solidFill>
                <a:schemeClr val="accent1">
                  <a:lumMod val="75000"/>
                </a:schemeClr>
              </a:solidFill>
              <a:ea typeface="ＭＳ Ｐゴシック" charset="-128"/>
            </a:endParaRPr>
          </a:p>
          <a:p>
            <a:pPr>
              <a:lnSpc>
                <a:spcPct val="90000"/>
              </a:lnSpc>
              <a:buFontTx/>
              <a:buNone/>
            </a:pPr>
            <a:endParaRPr lang="en-US" altLang="ja-JP" sz="2000" dirty="0">
              <a:ea typeface="ＭＳ Ｐゴシック" charset="-128"/>
            </a:endParaRPr>
          </a:p>
        </p:txBody>
      </p:sp>
      <p:sp>
        <p:nvSpPr>
          <p:cNvPr id="11" name="フッター プレースホルダ 4"/>
          <p:cNvSpPr>
            <a:spLocks noGrp="1"/>
          </p:cNvSpPr>
          <p:nvPr>
            <p:ph type="ftr" sz="quarter" idx="11"/>
          </p:nvPr>
        </p:nvSpPr>
        <p:spPr>
          <a:xfrm>
            <a:off x="609600" y="6197600"/>
            <a:ext cx="5104667" cy="279400"/>
          </a:xfrm>
        </p:spPr>
        <p:txBody>
          <a:bodyPr/>
          <a:lstStyle/>
          <a:p>
            <a:r>
              <a:rPr lang="en-US" altLang="ja-JP" dirty="0"/>
              <a:t>CENG 213 Data Structures</a:t>
            </a:r>
          </a:p>
        </p:txBody>
      </p:sp>
      <p:sp>
        <p:nvSpPr>
          <p:cNvPr id="12" name="スライド番号プレースホルダ 5"/>
          <p:cNvSpPr>
            <a:spLocks noGrp="1"/>
          </p:cNvSpPr>
          <p:nvPr>
            <p:ph type="sldNum" sz="quarter" idx="12"/>
          </p:nvPr>
        </p:nvSpPr>
        <p:spPr/>
        <p:txBody>
          <a:bodyPr/>
          <a:lstStyle/>
          <a:p>
            <a:fld id="{7CAE23D9-5FA4-43F8-8ACC-C681FCC55FCB}" type="slidenum">
              <a:rPr lang="en-US" altLang="ja-JP"/>
              <a:pPr/>
              <a:t>33</a:t>
            </a:fld>
            <a:endParaRPr lang="en-US" altLang="ja-JP"/>
          </a:p>
        </p:txBody>
      </p:sp>
      <p:graphicFrame>
        <p:nvGraphicFramePr>
          <p:cNvPr id="102404" name="Object 4"/>
          <p:cNvGraphicFramePr>
            <a:graphicFrameLocks noChangeAspect="1"/>
          </p:cNvGraphicFramePr>
          <p:nvPr>
            <p:extLst>
              <p:ext uri="{D42A27DB-BD31-4B8C-83A1-F6EECF244321}">
                <p14:modId xmlns:p14="http://schemas.microsoft.com/office/powerpoint/2010/main" val="2343580270"/>
              </p:ext>
            </p:extLst>
          </p:nvPr>
        </p:nvGraphicFramePr>
        <p:xfrm>
          <a:off x="6276180" y="1875895"/>
          <a:ext cx="989013" cy="736600"/>
        </p:xfrm>
        <a:graphic>
          <a:graphicData uri="http://schemas.openxmlformats.org/presentationml/2006/ole">
            <mc:AlternateContent xmlns:mc="http://schemas.openxmlformats.org/markup-compatibility/2006">
              <mc:Choice xmlns:v="urn:schemas-microsoft-com:vml" Requires="v">
                <p:oleObj spid="_x0000_s2590" name="Equation" r:id="rId3" imgW="596880" imgH="444240" progId="Equation.3">
                  <p:embed/>
                </p:oleObj>
              </mc:Choice>
              <mc:Fallback>
                <p:oleObj name="Equation" r:id="rId3" imgW="596880" imgH="444240" progId="Equation.3">
                  <p:embed/>
                  <p:pic>
                    <p:nvPicPr>
                      <p:cNvPr id="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76180" y="1875895"/>
                        <a:ext cx="989013" cy="736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2405" name="Object 5"/>
          <p:cNvGraphicFramePr>
            <a:graphicFrameLocks noChangeAspect="1"/>
          </p:cNvGraphicFramePr>
          <p:nvPr>
            <p:extLst>
              <p:ext uri="{D42A27DB-BD31-4B8C-83A1-F6EECF244321}">
                <p14:modId xmlns:p14="http://schemas.microsoft.com/office/powerpoint/2010/main" val="910190725"/>
              </p:ext>
            </p:extLst>
          </p:nvPr>
        </p:nvGraphicFramePr>
        <p:xfrm>
          <a:off x="6142038" y="2604029"/>
          <a:ext cx="1282700" cy="757238"/>
        </p:xfrm>
        <a:graphic>
          <a:graphicData uri="http://schemas.openxmlformats.org/presentationml/2006/ole">
            <mc:AlternateContent xmlns:mc="http://schemas.openxmlformats.org/markup-compatibility/2006">
              <mc:Choice xmlns:v="urn:schemas-microsoft-com:vml" Requires="v">
                <p:oleObj spid="_x0000_s2591" name="Equation" r:id="rId5" imgW="774360" imgH="457200" progId="Equation.3">
                  <p:embed/>
                </p:oleObj>
              </mc:Choice>
              <mc:Fallback>
                <p:oleObj name="Equation" r:id="rId5" imgW="774360" imgH="457200" progId="Equation.3">
                  <p:embed/>
                  <p:pic>
                    <p:nvPicPr>
                      <p:cNvPr id="0" name="Picture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142038" y="2604029"/>
                        <a:ext cx="1282700" cy="7572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2406" name="Object 6"/>
          <p:cNvGraphicFramePr>
            <a:graphicFrameLocks noChangeAspect="1"/>
          </p:cNvGraphicFramePr>
          <p:nvPr>
            <p:extLst>
              <p:ext uri="{D42A27DB-BD31-4B8C-83A1-F6EECF244321}">
                <p14:modId xmlns:p14="http://schemas.microsoft.com/office/powerpoint/2010/main" val="130727851"/>
              </p:ext>
            </p:extLst>
          </p:nvPr>
        </p:nvGraphicFramePr>
        <p:xfrm>
          <a:off x="6961120" y="3249347"/>
          <a:ext cx="820737" cy="757238"/>
        </p:xfrm>
        <a:graphic>
          <a:graphicData uri="http://schemas.openxmlformats.org/presentationml/2006/ole">
            <mc:AlternateContent xmlns:mc="http://schemas.openxmlformats.org/markup-compatibility/2006">
              <mc:Choice xmlns:v="urn:schemas-microsoft-com:vml" Requires="v">
                <p:oleObj spid="_x0000_s2592" name="Equation" r:id="rId7" imgW="495000" imgH="457200" progId="Equation.3">
                  <p:embed/>
                </p:oleObj>
              </mc:Choice>
              <mc:Fallback>
                <p:oleObj name="Equation" r:id="rId7" imgW="495000" imgH="457200" progId="Equation.3">
                  <p:embed/>
                  <p:pic>
                    <p:nvPicPr>
                      <p:cNvPr id="0" name="Picture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961120" y="3249347"/>
                        <a:ext cx="820737" cy="7572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2407" name="Object 7"/>
          <p:cNvGraphicFramePr>
            <a:graphicFrameLocks noChangeAspect="1"/>
          </p:cNvGraphicFramePr>
          <p:nvPr/>
        </p:nvGraphicFramePr>
        <p:xfrm>
          <a:off x="3505200" y="4267200"/>
          <a:ext cx="989013" cy="736600"/>
        </p:xfrm>
        <a:graphic>
          <a:graphicData uri="http://schemas.openxmlformats.org/presentationml/2006/ole">
            <mc:AlternateContent xmlns:mc="http://schemas.openxmlformats.org/markup-compatibility/2006">
              <mc:Choice xmlns:v="urn:schemas-microsoft-com:vml" Requires="v">
                <p:oleObj spid="_x0000_s2593" name="Equation" r:id="rId9" imgW="596880" imgH="444240" progId="Equation.3">
                  <p:embed/>
                </p:oleObj>
              </mc:Choice>
              <mc:Fallback>
                <p:oleObj name="Equation" r:id="rId9" imgW="596880" imgH="444240" progId="Equation.3">
                  <p:embed/>
                  <p:pic>
                    <p:nvPicPr>
                      <p:cNvPr id="0"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05200" y="4267200"/>
                        <a:ext cx="989013" cy="736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2408" name="Object 8"/>
          <p:cNvGraphicFramePr>
            <a:graphicFrameLocks noChangeAspect="1"/>
          </p:cNvGraphicFramePr>
          <p:nvPr>
            <p:extLst>
              <p:ext uri="{D42A27DB-BD31-4B8C-83A1-F6EECF244321}">
                <p14:modId xmlns:p14="http://schemas.microsoft.com/office/powerpoint/2010/main" val="547922717"/>
              </p:ext>
            </p:extLst>
          </p:nvPr>
        </p:nvGraphicFramePr>
        <p:xfrm>
          <a:off x="5410200" y="4268216"/>
          <a:ext cx="1131887" cy="668338"/>
        </p:xfrm>
        <a:graphic>
          <a:graphicData uri="http://schemas.openxmlformats.org/presentationml/2006/ole">
            <mc:AlternateContent xmlns:mc="http://schemas.openxmlformats.org/markup-compatibility/2006">
              <mc:Choice xmlns:v="urn:schemas-microsoft-com:vml" Requires="v">
                <p:oleObj spid="_x0000_s2594" name="Equation" r:id="rId10" imgW="774360" imgH="457200" progId="Equation.3">
                  <p:embed/>
                </p:oleObj>
              </mc:Choice>
              <mc:Fallback>
                <p:oleObj name="Equation" r:id="rId10" imgW="774360" imgH="457200" progId="Equation.3">
                  <p:embed/>
                  <p:pic>
                    <p:nvPicPr>
                      <p:cNvPr id="0" name="Picture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410200" y="4268216"/>
                        <a:ext cx="1131887" cy="6683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2409" name="Object 9"/>
          <p:cNvGraphicFramePr>
            <a:graphicFrameLocks noChangeAspect="1"/>
          </p:cNvGraphicFramePr>
          <p:nvPr>
            <p:extLst>
              <p:ext uri="{D42A27DB-BD31-4B8C-83A1-F6EECF244321}">
                <p14:modId xmlns:p14="http://schemas.microsoft.com/office/powerpoint/2010/main" val="2158033358"/>
              </p:ext>
            </p:extLst>
          </p:nvPr>
        </p:nvGraphicFramePr>
        <p:xfrm>
          <a:off x="7346156" y="4186321"/>
          <a:ext cx="744538" cy="687388"/>
        </p:xfrm>
        <a:graphic>
          <a:graphicData uri="http://schemas.openxmlformats.org/presentationml/2006/ole">
            <mc:AlternateContent xmlns:mc="http://schemas.openxmlformats.org/markup-compatibility/2006">
              <mc:Choice xmlns:v="urn:schemas-microsoft-com:vml" Requires="v">
                <p:oleObj spid="_x0000_s2595" name="Equation" r:id="rId11" imgW="495000" imgH="457200" progId="Equation.3">
                  <p:embed/>
                </p:oleObj>
              </mc:Choice>
              <mc:Fallback>
                <p:oleObj name="Equation" r:id="rId11" imgW="495000" imgH="457200" progId="Equation.3">
                  <p:embed/>
                  <p:pic>
                    <p:nvPicPr>
                      <p:cNvPr id="0" name="Picture 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346156" y="4186321"/>
                        <a:ext cx="744538" cy="6873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2"/>
          <p:cNvSpPr>
            <a:spLocks noGrp="1" noChangeArrowheads="1"/>
          </p:cNvSpPr>
          <p:nvPr>
            <p:ph type="title"/>
          </p:nvPr>
        </p:nvSpPr>
        <p:spPr>
          <a:xfrm>
            <a:off x="457200" y="-152400"/>
            <a:ext cx="8229600" cy="914400"/>
          </a:xfrm>
        </p:spPr>
        <p:txBody>
          <a:bodyPr/>
          <a:lstStyle/>
          <a:p>
            <a:r>
              <a:rPr lang="en-US" altLang="ja-JP" b="1" dirty="0">
                <a:ea typeface="ＭＳ Ｐゴシック" charset="-128"/>
              </a:rPr>
              <a:t>What to Analyze</a:t>
            </a:r>
          </a:p>
        </p:txBody>
      </p:sp>
      <p:sp>
        <p:nvSpPr>
          <p:cNvPr id="108547" name="Rectangle 3"/>
          <p:cNvSpPr>
            <a:spLocks noGrp="1" noChangeArrowheads="1"/>
          </p:cNvSpPr>
          <p:nvPr>
            <p:ph idx="1"/>
          </p:nvPr>
        </p:nvSpPr>
        <p:spPr>
          <a:xfrm>
            <a:off x="352425" y="685800"/>
            <a:ext cx="8580438" cy="5791200"/>
          </a:xfrm>
        </p:spPr>
        <p:txBody>
          <a:bodyPr vert="horz" lIns="91440" tIns="45720" rIns="91440" bIns="45720" rtlCol="0" anchor="t">
            <a:noAutofit/>
          </a:bodyPr>
          <a:lstStyle/>
          <a:p>
            <a:pPr algn="just">
              <a:lnSpc>
                <a:spcPct val="90000"/>
              </a:lnSpc>
              <a:buNone/>
            </a:pPr>
            <a:r>
              <a:rPr lang="en-US" altLang="ja-JP" sz="2000" dirty="0">
                <a:ea typeface="ＭＳ Ｐゴシック" charset="-128"/>
              </a:rPr>
              <a:t>An algorithm can require different times to solve different problems of the same size.</a:t>
            </a:r>
          </a:p>
          <a:p>
            <a:pPr lvl="1"/>
            <a:r>
              <a:rPr lang="en-US" altLang="ja-JP" dirty="0" err="1"/>
              <a:t>Eg</a:t>
            </a:r>
            <a:r>
              <a:rPr lang="en-US" altLang="ja-JP" dirty="0"/>
              <a:t>. Searching an item in a list of n elements using sequential search. </a:t>
            </a:r>
            <a:r>
              <a:rPr lang="en-US" altLang="ja-JP" dirty="0">
                <a:sym typeface="Wingdings" pitchFamily="2" charset="2"/>
              </a:rPr>
              <a:t> Cost: 1,2,...,n</a:t>
            </a:r>
          </a:p>
          <a:p>
            <a:pPr>
              <a:lnSpc>
                <a:spcPct val="90000"/>
              </a:lnSpc>
              <a:buNone/>
            </a:pPr>
            <a:r>
              <a:rPr lang="en-US" altLang="ja-JP" sz="2000" dirty="0">
                <a:ea typeface="ＭＳ Ｐゴシック" charset="-128"/>
              </a:rPr>
              <a:t>Worst-Case Analysis –The maximum amount of time that an algorithm require to solve a problem of size n.</a:t>
            </a:r>
          </a:p>
          <a:p>
            <a:pPr lvl="1"/>
            <a:r>
              <a:rPr lang="en-US" altLang="ja-JP" dirty="0"/>
              <a:t>This gives an upper bound for the time complexity of an algorithm.</a:t>
            </a:r>
          </a:p>
          <a:p>
            <a:pPr lvl="1"/>
            <a:r>
              <a:rPr lang="en-US" altLang="ja-JP" dirty="0"/>
              <a:t>Normally, we try to find worst-case behavior of an algorithm.</a:t>
            </a:r>
          </a:p>
          <a:p>
            <a:pPr>
              <a:lnSpc>
                <a:spcPct val="90000"/>
              </a:lnSpc>
              <a:buNone/>
            </a:pPr>
            <a:r>
              <a:rPr lang="en-US" altLang="ja-JP" sz="2000" dirty="0">
                <a:ea typeface="ＭＳ Ｐゴシック" charset="-128"/>
              </a:rPr>
              <a:t>Best-Case Analysis –The minimum amount of time that an algorithm require to solve a problem of size n.</a:t>
            </a:r>
          </a:p>
          <a:p>
            <a:pPr lvl="1"/>
            <a:r>
              <a:rPr lang="en-US" altLang="ja-JP" dirty="0"/>
              <a:t>The best case behavior of an algorithm is NOT so useful. </a:t>
            </a:r>
          </a:p>
          <a:p>
            <a:pPr>
              <a:lnSpc>
                <a:spcPct val="90000"/>
              </a:lnSpc>
              <a:buNone/>
            </a:pPr>
            <a:r>
              <a:rPr lang="en-US" altLang="ja-JP" sz="2000" dirty="0">
                <a:ea typeface="ＭＳ Ｐゴシック" charset="-128"/>
              </a:rPr>
              <a:t>Average-Case Analysis –The average amount of time that an algorithm require to solve a problem of size n.</a:t>
            </a:r>
          </a:p>
          <a:p>
            <a:pPr lvl="1"/>
            <a:r>
              <a:rPr lang="en-US" altLang="ja-JP" dirty="0"/>
              <a:t>Sometimes, it is difficult to find the average-case behavior of an algorithm.</a:t>
            </a:r>
          </a:p>
          <a:p>
            <a:pPr lvl="1"/>
            <a:r>
              <a:rPr lang="en-US" altLang="ja-JP" dirty="0"/>
              <a:t>We have to look at all possible data organizations of a given size n, and their distribution probabilities of these organizations.</a:t>
            </a:r>
          </a:p>
        </p:txBody>
      </p:sp>
      <p:sp>
        <p:nvSpPr>
          <p:cNvPr id="6" name="スライド番号プレースホルダ 5"/>
          <p:cNvSpPr>
            <a:spLocks noGrp="1"/>
          </p:cNvSpPr>
          <p:nvPr>
            <p:ph type="sldNum" sz="quarter" idx="12"/>
          </p:nvPr>
        </p:nvSpPr>
        <p:spPr/>
        <p:txBody>
          <a:bodyPr/>
          <a:lstStyle/>
          <a:p>
            <a:fld id="{E8F55C1D-EBC9-4657-B62A-921BF8E80EFD}" type="slidenum">
              <a:rPr lang="en-US" altLang="ja-JP"/>
              <a:pPr/>
              <a:t>34</a:t>
            </a:fld>
            <a:endParaRPr lang="en-US" altLang="ja-JP"/>
          </a:p>
        </p:txBody>
      </p:sp>
      <p:sp>
        <p:nvSpPr>
          <p:cNvPr id="2" name="Rounded Rectangle 1"/>
          <p:cNvSpPr/>
          <p:nvPr/>
        </p:nvSpPr>
        <p:spPr>
          <a:xfrm>
            <a:off x="533400" y="6324600"/>
            <a:ext cx="8077200" cy="457200"/>
          </a:xfrm>
          <a:prstGeom prst="round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508000" y="6361668"/>
            <a:ext cx="8102600" cy="369332"/>
          </a:xfrm>
          <a:prstGeom prst="rect">
            <a:avLst/>
          </a:prstGeom>
          <a:noFill/>
        </p:spPr>
        <p:txBody>
          <a:bodyPr wrap="square" rtlCol="0">
            <a:spAutoFit/>
          </a:bodyPr>
          <a:lstStyle/>
          <a:p>
            <a:pPr marL="537210" lvl="1" indent="0">
              <a:buNone/>
            </a:pPr>
            <a:r>
              <a:rPr lang="en-US" altLang="ja-JP" b="1" i="1" dirty="0">
                <a:solidFill>
                  <a:srgbClr val="00B050"/>
                </a:solidFill>
                <a:latin typeface="Gisha" pitchFamily="34" charset="-79"/>
                <a:ea typeface="ＭＳ Ｐゴシック" charset="-128"/>
                <a:cs typeface="Gisha" pitchFamily="34" charset="-79"/>
              </a:rPr>
              <a:t>Worst-case analysis is more common than average-case analysis.</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Rectangle 2"/>
          <p:cNvSpPr>
            <a:spLocks noGrp="1" noChangeArrowheads="1"/>
          </p:cNvSpPr>
          <p:nvPr>
            <p:ph type="title"/>
          </p:nvPr>
        </p:nvSpPr>
        <p:spPr>
          <a:xfrm>
            <a:off x="-304800" y="-381000"/>
            <a:ext cx="9829800" cy="1209326"/>
          </a:xfrm>
        </p:spPr>
        <p:txBody>
          <a:bodyPr>
            <a:normAutofit fontScale="90000"/>
          </a:bodyPr>
          <a:lstStyle/>
          <a:p>
            <a:r>
              <a:rPr lang="en-US" altLang="ja-JP" b="1" dirty="0">
                <a:ea typeface="ＭＳ Ｐゴシック" charset="-128"/>
              </a:rPr>
              <a:t>Example of Case Analysis (Sequential Search)</a:t>
            </a:r>
          </a:p>
        </p:txBody>
      </p:sp>
      <p:sp>
        <p:nvSpPr>
          <p:cNvPr id="116739" name="Rectangle 3"/>
          <p:cNvSpPr>
            <a:spLocks noGrp="1" noChangeArrowheads="1"/>
          </p:cNvSpPr>
          <p:nvPr>
            <p:ph idx="1"/>
          </p:nvPr>
        </p:nvSpPr>
        <p:spPr>
          <a:xfrm>
            <a:off x="990600" y="609600"/>
            <a:ext cx="8001000" cy="5083208"/>
          </a:xfrm>
        </p:spPr>
        <p:txBody>
          <a:bodyPr vert="horz" lIns="91440" tIns="45720" rIns="91440" bIns="45720" rtlCol="0" anchor="t">
            <a:noAutofit/>
          </a:bodyPr>
          <a:lstStyle/>
          <a:p>
            <a:pPr algn="just">
              <a:lnSpc>
                <a:spcPct val="90000"/>
              </a:lnSpc>
              <a:buNone/>
            </a:pPr>
            <a:r>
              <a:rPr lang="en-US" altLang="ja-JP" sz="2000" dirty="0" err="1">
                <a:ea typeface="ＭＳ Ｐゴシック" charset="-128"/>
              </a:rPr>
              <a:t>int</a:t>
            </a:r>
            <a:r>
              <a:rPr lang="en-US" altLang="ja-JP" sz="2000" dirty="0">
                <a:ea typeface="ＭＳ Ｐゴシック" charset="-128"/>
              </a:rPr>
              <a:t> </a:t>
            </a:r>
            <a:r>
              <a:rPr lang="en-US" altLang="ja-JP" sz="2000" dirty="0" err="1">
                <a:ea typeface="ＭＳ Ｐゴシック" charset="-128"/>
              </a:rPr>
              <a:t>sequentialSearch</a:t>
            </a:r>
            <a:r>
              <a:rPr lang="en-US" altLang="ja-JP" sz="2000" dirty="0">
                <a:ea typeface="ＭＳ Ｐゴシック" charset="-128"/>
              </a:rPr>
              <a:t>(const </a:t>
            </a:r>
            <a:r>
              <a:rPr lang="en-US" altLang="ja-JP" sz="2000" dirty="0" err="1">
                <a:ea typeface="ＭＳ Ｐゴシック" charset="-128"/>
              </a:rPr>
              <a:t>int</a:t>
            </a:r>
            <a:r>
              <a:rPr lang="en-US" altLang="ja-JP" sz="2000" dirty="0">
                <a:ea typeface="ＭＳ Ｐゴシック" charset="-128"/>
              </a:rPr>
              <a:t> a[], </a:t>
            </a:r>
            <a:r>
              <a:rPr lang="en-US" altLang="ja-JP" sz="2000" dirty="0" err="1">
                <a:ea typeface="ＭＳ Ｐゴシック" charset="-128"/>
              </a:rPr>
              <a:t>int</a:t>
            </a:r>
            <a:r>
              <a:rPr lang="en-US" altLang="ja-JP" sz="2000" dirty="0">
                <a:ea typeface="ＭＳ Ｐゴシック" charset="-128"/>
              </a:rPr>
              <a:t> item, </a:t>
            </a:r>
            <a:r>
              <a:rPr lang="en-US" altLang="ja-JP" sz="2000" dirty="0" err="1">
                <a:ea typeface="ＭＳ Ｐゴシック" charset="-128"/>
              </a:rPr>
              <a:t>int</a:t>
            </a:r>
            <a:r>
              <a:rPr lang="en-US" altLang="ja-JP" sz="2000" dirty="0">
                <a:ea typeface="ＭＳ Ｐゴシック" charset="-128"/>
              </a:rPr>
              <a:t> n){</a:t>
            </a:r>
          </a:p>
          <a:p>
            <a:pPr algn="just">
              <a:lnSpc>
                <a:spcPct val="90000"/>
              </a:lnSpc>
              <a:buNone/>
            </a:pPr>
            <a:r>
              <a:rPr lang="en-US" altLang="ja-JP" sz="2000" dirty="0">
                <a:ea typeface="ＭＳ Ｐゴシック" charset="-128"/>
              </a:rPr>
              <a:t>	for (</a:t>
            </a:r>
            <a:r>
              <a:rPr lang="en-US" altLang="ja-JP" sz="2000" dirty="0" err="1">
                <a:ea typeface="ＭＳ Ｐゴシック" charset="-128"/>
              </a:rPr>
              <a:t>int</a:t>
            </a:r>
            <a:r>
              <a:rPr lang="en-US" altLang="ja-JP" sz="2000" dirty="0">
                <a:ea typeface="ＭＳ Ｐゴシック" charset="-128"/>
              </a:rPr>
              <a:t> </a:t>
            </a:r>
            <a:r>
              <a:rPr lang="en-US" altLang="ja-JP" sz="2000" dirty="0" err="1">
                <a:ea typeface="ＭＳ Ｐゴシック" charset="-128"/>
              </a:rPr>
              <a:t>i</a:t>
            </a:r>
            <a:r>
              <a:rPr lang="en-US" altLang="ja-JP" sz="2000" dirty="0">
                <a:ea typeface="ＭＳ Ｐゴシック" charset="-128"/>
              </a:rPr>
              <a:t> = 0; </a:t>
            </a:r>
            <a:r>
              <a:rPr lang="en-US" altLang="ja-JP" sz="2000" dirty="0" err="1">
                <a:ea typeface="ＭＳ Ｐゴシック" charset="-128"/>
              </a:rPr>
              <a:t>i</a:t>
            </a:r>
            <a:r>
              <a:rPr lang="en-US" altLang="ja-JP" sz="2000" dirty="0">
                <a:ea typeface="ＭＳ Ｐゴシック" charset="-128"/>
              </a:rPr>
              <a:t> &lt; n &amp;&amp; a[</a:t>
            </a:r>
            <a:r>
              <a:rPr lang="en-US" altLang="ja-JP" sz="2000" dirty="0" err="1">
                <a:ea typeface="ＭＳ Ｐゴシック" charset="-128"/>
              </a:rPr>
              <a:t>i</a:t>
            </a:r>
            <a:r>
              <a:rPr lang="en-US" altLang="ja-JP" sz="2000" dirty="0">
                <a:ea typeface="ＭＳ Ｐゴシック" charset="-128"/>
              </a:rPr>
              <a:t>]!= item; </a:t>
            </a:r>
            <a:r>
              <a:rPr lang="en-US" altLang="ja-JP" sz="2000" dirty="0" err="1">
                <a:ea typeface="ＭＳ Ｐゴシック" charset="-128"/>
              </a:rPr>
              <a:t>i</a:t>
            </a:r>
            <a:r>
              <a:rPr lang="en-US" altLang="ja-JP" sz="2000" dirty="0">
                <a:ea typeface="ＭＳ Ｐゴシック" charset="-128"/>
              </a:rPr>
              <a:t>++);</a:t>
            </a:r>
          </a:p>
          <a:p>
            <a:pPr algn="just">
              <a:lnSpc>
                <a:spcPct val="90000"/>
              </a:lnSpc>
              <a:buNone/>
            </a:pPr>
            <a:r>
              <a:rPr lang="en-US" altLang="ja-JP" sz="2000" dirty="0">
                <a:ea typeface="ＭＳ Ｐゴシック" charset="-128"/>
              </a:rPr>
              <a:t>	if (</a:t>
            </a:r>
            <a:r>
              <a:rPr lang="en-US" altLang="ja-JP" sz="2000" dirty="0" err="1">
                <a:ea typeface="ＭＳ Ｐゴシック" charset="-128"/>
              </a:rPr>
              <a:t>i</a:t>
            </a:r>
            <a:r>
              <a:rPr lang="en-US" altLang="ja-JP" sz="2000" dirty="0">
                <a:ea typeface="ＭＳ Ｐゴシック" charset="-128"/>
              </a:rPr>
              <a:t> == n)</a:t>
            </a:r>
          </a:p>
          <a:p>
            <a:pPr algn="just">
              <a:lnSpc>
                <a:spcPct val="90000"/>
              </a:lnSpc>
              <a:buNone/>
            </a:pPr>
            <a:r>
              <a:rPr lang="en-US" altLang="ja-JP" sz="2000" dirty="0">
                <a:ea typeface="ＭＳ Ｐゴシック" charset="-128"/>
              </a:rPr>
              <a:t>		return –1;</a:t>
            </a:r>
          </a:p>
          <a:p>
            <a:pPr algn="just">
              <a:lnSpc>
                <a:spcPct val="90000"/>
              </a:lnSpc>
              <a:buNone/>
            </a:pPr>
            <a:r>
              <a:rPr lang="en-US" altLang="ja-JP" sz="2000" dirty="0">
                <a:ea typeface="ＭＳ Ｐゴシック" charset="-128"/>
              </a:rPr>
              <a:t>	return </a:t>
            </a:r>
            <a:r>
              <a:rPr lang="en-US" altLang="ja-JP" sz="2000" dirty="0" err="1">
                <a:ea typeface="ＭＳ Ｐゴシック" charset="-128"/>
              </a:rPr>
              <a:t>i</a:t>
            </a:r>
            <a:r>
              <a:rPr lang="en-US" altLang="ja-JP" sz="2000" dirty="0">
                <a:ea typeface="ＭＳ Ｐゴシック" charset="-128"/>
              </a:rPr>
              <a:t>;</a:t>
            </a:r>
          </a:p>
          <a:p>
            <a:pPr algn="just">
              <a:lnSpc>
                <a:spcPct val="90000"/>
              </a:lnSpc>
              <a:buNone/>
            </a:pPr>
            <a:r>
              <a:rPr lang="en-US" altLang="ja-JP" sz="2000" dirty="0">
                <a:ea typeface="ＭＳ Ｐゴシック" charset="-128"/>
              </a:rPr>
              <a:t>}</a:t>
            </a:r>
          </a:p>
          <a:p>
            <a:pPr algn="just">
              <a:lnSpc>
                <a:spcPct val="90000"/>
              </a:lnSpc>
              <a:buNone/>
            </a:pPr>
            <a:r>
              <a:rPr lang="en-US" altLang="ja-JP" sz="2000" dirty="0">
                <a:ea typeface="ＭＳ Ｐゴシック" charset="-128"/>
              </a:rPr>
              <a:t>Unsuccessful Search:	</a:t>
            </a:r>
            <a:r>
              <a:rPr lang="en-US" altLang="ja-JP" sz="2000" dirty="0">
                <a:ea typeface="ＭＳ Ｐゴシック" charset="-128"/>
                <a:sym typeface="Wingdings" pitchFamily="2" charset="2"/>
              </a:rPr>
              <a:t> O(n)</a:t>
            </a:r>
            <a:endParaRPr lang="en-US" altLang="ja-JP" sz="2000" dirty="0">
              <a:ea typeface="ＭＳ Ｐゴシック" charset="-128"/>
            </a:endParaRPr>
          </a:p>
          <a:p>
            <a:pPr algn="just">
              <a:lnSpc>
                <a:spcPct val="90000"/>
              </a:lnSpc>
              <a:buNone/>
            </a:pPr>
            <a:r>
              <a:rPr lang="en-US" altLang="ja-JP" sz="2000" dirty="0">
                <a:ea typeface="ＭＳ Ｐゴシック" charset="-128"/>
              </a:rPr>
              <a:t>Successful Search:</a:t>
            </a:r>
          </a:p>
          <a:p>
            <a:pPr algn="just">
              <a:lnSpc>
                <a:spcPct val="90000"/>
              </a:lnSpc>
              <a:buNone/>
            </a:pPr>
            <a:r>
              <a:rPr lang="en-US" altLang="ja-JP" sz="2000" dirty="0">
                <a:ea typeface="ＭＳ Ｐゴシック" charset="-128"/>
              </a:rPr>
              <a:t>		Best-Case:  item is in the first location of the array </a:t>
            </a:r>
            <a:r>
              <a:rPr lang="en-US" altLang="ja-JP" sz="2000" dirty="0">
                <a:ea typeface="ＭＳ Ｐゴシック" charset="-128"/>
                <a:sym typeface="Wingdings" pitchFamily="2" charset="2"/>
              </a:rPr>
              <a:t></a:t>
            </a:r>
            <a:r>
              <a:rPr lang="en-US" altLang="ja-JP" sz="2000" dirty="0">
                <a:ea typeface="ＭＳ Ｐゴシック" charset="-128"/>
              </a:rPr>
              <a:t>O(1)</a:t>
            </a:r>
          </a:p>
          <a:p>
            <a:pPr algn="just">
              <a:lnSpc>
                <a:spcPct val="90000"/>
              </a:lnSpc>
              <a:buNone/>
            </a:pPr>
            <a:r>
              <a:rPr lang="en-US" altLang="ja-JP" sz="2000" dirty="0">
                <a:ea typeface="ＭＳ Ｐゴシック" charset="-128"/>
              </a:rPr>
              <a:t>		Worst-Case: item is in the last location of the array </a:t>
            </a:r>
            <a:r>
              <a:rPr lang="en-US" altLang="ja-JP" sz="2000" dirty="0">
                <a:ea typeface="ＭＳ Ｐゴシック" charset="-128"/>
                <a:sym typeface="Wingdings" pitchFamily="2" charset="2"/>
              </a:rPr>
              <a:t></a:t>
            </a:r>
            <a:r>
              <a:rPr lang="en-US" altLang="ja-JP" sz="2000" dirty="0">
                <a:ea typeface="ＭＳ Ｐゴシック" charset="-128"/>
              </a:rPr>
              <a:t>O(n)</a:t>
            </a:r>
          </a:p>
          <a:p>
            <a:pPr algn="just">
              <a:lnSpc>
                <a:spcPct val="90000"/>
              </a:lnSpc>
              <a:buNone/>
            </a:pPr>
            <a:r>
              <a:rPr lang="en-US" altLang="ja-JP" sz="2000" dirty="0">
                <a:ea typeface="ＭＳ Ｐゴシック" charset="-128"/>
              </a:rPr>
              <a:t>		Average-Case: The number of key comparisons 1, 2, ..., n </a:t>
            </a:r>
            <a:r>
              <a:rPr lang="en-US" altLang="ja-JP" sz="2000" dirty="0">
                <a:ea typeface="ＭＳ Ｐゴシック" charset="-128"/>
                <a:sym typeface="Wingdings" pitchFamily="2" charset="2"/>
              </a:rPr>
              <a:t>  O(n)</a:t>
            </a:r>
          </a:p>
        </p:txBody>
      </p:sp>
      <p:sp>
        <p:nvSpPr>
          <p:cNvPr id="7" name="スライド番号プレースホルダ 5"/>
          <p:cNvSpPr>
            <a:spLocks noGrp="1"/>
          </p:cNvSpPr>
          <p:nvPr>
            <p:ph type="sldNum" sz="quarter" idx="12"/>
          </p:nvPr>
        </p:nvSpPr>
        <p:spPr/>
        <p:txBody>
          <a:bodyPr/>
          <a:lstStyle/>
          <a:p>
            <a:fld id="{463A8CD5-5DE6-477A-818B-0C420A5F6245}" type="slidenum">
              <a:rPr lang="en-US" altLang="ja-JP"/>
              <a:pPr/>
              <a:t>35</a:t>
            </a:fld>
            <a:endParaRPr lang="en-US" altLang="ja-JP"/>
          </a:p>
        </p:txBody>
      </p:sp>
      <p:graphicFrame>
        <p:nvGraphicFramePr>
          <p:cNvPr id="116740" name="Object 4"/>
          <p:cNvGraphicFramePr>
            <a:graphicFrameLocks noChangeAspect="1"/>
          </p:cNvGraphicFramePr>
          <p:nvPr>
            <p:extLst>
              <p:ext uri="{D42A27DB-BD31-4B8C-83A1-F6EECF244321}">
                <p14:modId xmlns:p14="http://schemas.microsoft.com/office/powerpoint/2010/main" val="4200330496"/>
              </p:ext>
            </p:extLst>
          </p:nvPr>
        </p:nvGraphicFramePr>
        <p:xfrm>
          <a:off x="2590800" y="5059083"/>
          <a:ext cx="1677988" cy="925513"/>
        </p:xfrm>
        <a:graphic>
          <a:graphicData uri="http://schemas.openxmlformats.org/presentationml/2006/ole">
            <mc:AlternateContent xmlns:mc="http://schemas.openxmlformats.org/markup-compatibility/2006">
              <mc:Choice xmlns:v="urn:schemas-microsoft-com:vml" Requires="v">
                <p:oleObj spid="_x0000_s4190" name="Equation" r:id="rId3" imgW="1104840" imgH="609480" progId="Equation.3">
                  <p:embed/>
                </p:oleObj>
              </mc:Choice>
              <mc:Fallback>
                <p:oleObj name="Equation" r:id="rId3" imgW="1104840" imgH="609480" progId="Equation.3">
                  <p:embed/>
                  <p:pic>
                    <p:nvPicPr>
                      <p:cNvPr id="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90800" y="5059083"/>
                        <a:ext cx="1677988" cy="9255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a:spLocks/>
          </p:cNvSpPr>
          <p:nvPr/>
        </p:nvSpPr>
        <p:spPr>
          <a:xfrm>
            <a:off x="596899" y="685800"/>
            <a:ext cx="3035301" cy="1143000"/>
          </a:xfrm>
          <a:prstGeom prst="rect">
            <a:avLst/>
          </a:prstGeom>
        </p:spPr>
        <p:txBody>
          <a:bodyPr vert="horz" anchor="b">
            <a:noAutofit/>
          </a:bodyPr>
          <a:lstStyle>
            <a:lvl1pPr marL="484632" algn="r" rtl="0" eaLnBrk="1" latinLnBrk="0" hangingPunct="1">
              <a:spcBef>
                <a:spcPct val="0"/>
              </a:spcBef>
              <a:buNone/>
              <a:defRPr kumimoji="0" sz="4400" kern="1200">
                <a:ln w="6350">
                  <a:solidFill>
                    <a:schemeClr val="accent1">
                      <a:shade val="43000"/>
                    </a:schemeClr>
                  </a:solidFill>
                </a:ln>
                <a:solidFill>
                  <a:schemeClr val="accent1">
                    <a:tint val="83000"/>
                    <a:satMod val="150000"/>
                  </a:schemeClr>
                </a:solidFill>
                <a:effectLst>
                  <a:outerShdw blurRad="26000" dist="26000" dir="14500000" algn="tl" rotWithShape="0">
                    <a:srgbClr val="000000">
                      <a:alpha val="40000"/>
                    </a:srgbClr>
                  </a:outerShdw>
                </a:effectLst>
                <a:latin typeface="+mj-lt"/>
                <a:ea typeface="+mj-ea"/>
                <a:cs typeface="+mj-cs"/>
              </a:defRPr>
            </a:lvl1pPr>
          </a:lstStyle>
          <a:p>
            <a:br>
              <a:rPr lang="en-US" sz="2800" dirty="0">
                <a:solidFill>
                  <a:srgbClr val="0070C0"/>
                </a:solidFill>
              </a:rPr>
            </a:br>
            <a:br>
              <a:rPr lang="en-US" sz="2800" dirty="0">
                <a:solidFill>
                  <a:srgbClr val="0070C0"/>
                </a:solidFill>
              </a:rPr>
            </a:br>
            <a:br>
              <a:rPr lang="en-US" sz="2800" dirty="0">
                <a:solidFill>
                  <a:srgbClr val="0070C0"/>
                </a:solidFill>
              </a:rPr>
            </a:br>
            <a:br>
              <a:rPr lang="en-US" sz="2800" dirty="0">
                <a:solidFill>
                  <a:srgbClr val="0070C0"/>
                </a:solidFill>
              </a:rPr>
            </a:br>
            <a:br>
              <a:rPr lang="en-US" sz="2800" dirty="0">
                <a:solidFill>
                  <a:srgbClr val="0070C0"/>
                </a:solidFill>
              </a:rPr>
            </a:br>
            <a:r>
              <a:rPr lang="en-US" sz="2800" dirty="0">
                <a:solidFill>
                  <a:srgbClr val="0070C0"/>
                </a:solidFill>
              </a:rPr>
              <a:t>Next Week , </a:t>
            </a:r>
          </a:p>
        </p:txBody>
      </p:sp>
      <p:sp>
        <p:nvSpPr>
          <p:cNvPr id="4" name="Title 3"/>
          <p:cNvSpPr>
            <a:spLocks noGrp="1"/>
          </p:cNvSpPr>
          <p:nvPr>
            <p:ph type="title"/>
          </p:nvPr>
        </p:nvSpPr>
        <p:spPr>
          <a:xfrm>
            <a:off x="2514600" y="1295400"/>
            <a:ext cx="6858000" cy="1399032"/>
          </a:xfrm>
        </p:spPr>
        <p:txBody>
          <a:bodyPr>
            <a:normAutofit/>
          </a:bodyPr>
          <a:lstStyle/>
          <a:p>
            <a:r>
              <a:rPr lang="en-US" sz="5400" dirty="0"/>
              <a:t>Tutorial IV </a:t>
            </a:r>
          </a:p>
        </p:txBody>
      </p:sp>
      <p:sp>
        <p:nvSpPr>
          <p:cNvPr id="6" name="Title 3"/>
          <p:cNvSpPr txBox="1">
            <a:spLocks/>
          </p:cNvSpPr>
          <p:nvPr/>
        </p:nvSpPr>
        <p:spPr>
          <a:xfrm>
            <a:off x="1524000" y="2819400"/>
            <a:ext cx="6858000" cy="1399032"/>
          </a:xfrm>
          <a:prstGeom prst="rect">
            <a:avLst/>
          </a:prstGeom>
        </p:spPr>
        <p:txBody>
          <a:bodyPr vert="horz" anchor="ctr">
            <a:normAutofit/>
          </a:bodyPr>
          <a:lstStyle>
            <a:lvl1pPr marL="484632" algn="l" rtl="0" eaLnBrk="1" latinLnBrk="0" hangingPunct="1">
              <a:spcBef>
                <a:spcPct val="0"/>
              </a:spcBef>
              <a:buNone/>
              <a:defRPr kumimoji="0" sz="4200" b="0" kern="1200">
                <a:ln w="6350">
                  <a:solidFill>
                    <a:schemeClr val="accent1">
                      <a:shade val="43000"/>
                    </a:schemeClr>
                  </a:solidFill>
                </a:ln>
                <a:solidFill>
                  <a:schemeClr val="accent1">
                    <a:tint val="83000"/>
                    <a:satMod val="150000"/>
                  </a:schemeClr>
                </a:solidFill>
                <a:effectLst>
                  <a:outerShdw blurRad="26000" dist="26000" dir="14500000" algn="tl" rotWithShape="0">
                    <a:srgbClr val="000000">
                      <a:alpha val="40000"/>
                    </a:srgbClr>
                  </a:outerShdw>
                </a:effectLst>
                <a:latin typeface="+mj-lt"/>
                <a:ea typeface="+mj-ea"/>
                <a:cs typeface="+mj-cs"/>
              </a:defRPr>
            </a:lvl1pPr>
          </a:lstStyle>
          <a:p>
            <a:r>
              <a:rPr lang="en-US" sz="5400" dirty="0"/>
              <a:t>Lab and Revision</a:t>
            </a:r>
          </a:p>
        </p:txBody>
      </p:sp>
    </p:spTree>
    <p:extLst>
      <p:ext uri="{BB962C8B-B14F-4D97-AF65-F5344CB8AC3E}">
        <p14:creationId xmlns:p14="http://schemas.microsoft.com/office/powerpoint/2010/main" val="4176912914"/>
      </p:ext>
    </p:extLst>
  </p:cSld>
  <p:clrMapOvr>
    <a:masterClrMapping/>
  </p:clrMapOvr>
</p:sld>
</file>

<file path=ppt/theme/_rels/theme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image" Target="../media/image2.jpeg"/></Relationships>
</file>

<file path=ppt/theme/theme1.xml><?xml version="1.0" encoding="utf-8"?>
<a:theme xmlns:a="http://schemas.openxmlformats.org/drawingml/2006/main" name="www.jpppt.com">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nrhvp2ql">
      <a:majorFont>
        <a:latin typeface="微软雅黑" panose="020F0302020204030204"/>
        <a:ea typeface="微软雅黑"/>
        <a:cs typeface=""/>
      </a:majorFont>
      <a:minorFont>
        <a:latin typeface="微软雅黑" panose="020F0502020204030204"/>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www.freeppt7.com">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1_www.freeppt7.com">
  <a:themeElements>
    <a:clrScheme name="Office 主题​​">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主题​​">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rganic">
  <a:themeElements>
    <a:clrScheme name="Organic">
      <a:dk1>
        <a:sysClr val="windowText" lastClr="000000"/>
      </a:dk1>
      <a:lt1>
        <a:sysClr val="window" lastClr="FFFFFF"/>
      </a:lt1>
      <a:dk2>
        <a:srgbClr val="212121"/>
      </a:dk2>
      <a:lt2>
        <a:srgbClr val="DADADA"/>
      </a:lt2>
      <a:accent1>
        <a:srgbClr val="AB946B"/>
      </a:accent1>
      <a:accent2>
        <a:srgbClr val="C04F32"/>
      </a:accent2>
      <a:accent3>
        <a:srgbClr val="DD8C3C"/>
      </a:accent3>
      <a:accent4>
        <a:srgbClr val="8E684C"/>
      </a:accent4>
      <a:accent5>
        <a:srgbClr val="CBAF62"/>
      </a:accent5>
      <a:accent6>
        <a:srgbClr val="803348"/>
      </a:accent6>
      <a:hlink>
        <a:srgbClr val="86724D"/>
      </a:hlink>
      <a:folHlink>
        <a:srgbClr val="B99E84"/>
      </a:folHlink>
    </a:clrScheme>
    <a:fontScheme name="Organic">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rotWithShape="1">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rnd" cmpd="sng" algn="ctr">
          <a:solidFill>
            <a:schemeClr val="ph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A2BEDC8B-F191-493B-BA33-0F4F800A89D3}"/>
    </a:ext>
  </a:extLst>
</a:theme>
</file>

<file path=ppt/theme/themeOverride1.xml><?xml version="1.0" encoding="utf-8"?>
<a:themeOverride xmlns:a="http://schemas.openxmlformats.org/drawingml/2006/main">
  <a:clrScheme name="Organic">
    <a:dk1>
      <a:sysClr val="windowText" lastClr="000000"/>
    </a:dk1>
    <a:lt1>
      <a:sysClr val="window" lastClr="FFFFFF"/>
    </a:lt1>
    <a:dk2>
      <a:srgbClr val="212121"/>
    </a:dk2>
    <a:lt2>
      <a:srgbClr val="DADADA"/>
    </a:lt2>
    <a:accent1>
      <a:srgbClr val="AB946B"/>
    </a:accent1>
    <a:accent2>
      <a:srgbClr val="C04F32"/>
    </a:accent2>
    <a:accent3>
      <a:srgbClr val="DD8C3C"/>
    </a:accent3>
    <a:accent4>
      <a:srgbClr val="8E684C"/>
    </a:accent4>
    <a:accent5>
      <a:srgbClr val="CBAF62"/>
    </a:accent5>
    <a:accent6>
      <a:srgbClr val="803348"/>
    </a:accent6>
    <a:hlink>
      <a:srgbClr val="86724D"/>
    </a:hlink>
    <a:folHlink>
      <a:srgbClr val="B99E84"/>
    </a:folHlink>
  </a:clrScheme>
</a:themeOverride>
</file>

<file path=ppt/theme/themeOverride2.xml><?xml version="1.0" encoding="utf-8"?>
<a:themeOverride xmlns:a="http://schemas.openxmlformats.org/drawingml/2006/main">
  <a:clrScheme name="Organic">
    <a:dk1>
      <a:sysClr val="windowText" lastClr="000000"/>
    </a:dk1>
    <a:lt1>
      <a:sysClr val="window" lastClr="FFFFFF"/>
    </a:lt1>
    <a:dk2>
      <a:srgbClr val="212121"/>
    </a:dk2>
    <a:lt2>
      <a:srgbClr val="DADADA"/>
    </a:lt2>
    <a:accent1>
      <a:srgbClr val="AB946B"/>
    </a:accent1>
    <a:accent2>
      <a:srgbClr val="C04F32"/>
    </a:accent2>
    <a:accent3>
      <a:srgbClr val="DD8C3C"/>
    </a:accent3>
    <a:accent4>
      <a:srgbClr val="8E684C"/>
    </a:accent4>
    <a:accent5>
      <a:srgbClr val="CBAF62"/>
    </a:accent5>
    <a:accent6>
      <a:srgbClr val="803348"/>
    </a:accent6>
    <a:hlink>
      <a:srgbClr val="86724D"/>
    </a:hlink>
    <a:folHlink>
      <a:srgbClr val="B99E84"/>
    </a:folHlink>
  </a:clrScheme>
</a:themeOverride>
</file>

<file path=docProps/app.xml><?xml version="1.0" encoding="utf-8"?>
<Properties xmlns="http://schemas.openxmlformats.org/officeDocument/2006/extended-properties" xmlns:vt="http://schemas.openxmlformats.org/officeDocument/2006/docPropsVTypes">
  <Template>Cartoon-Little-Animals-PowerPoint-Templates</Template>
  <TotalTime>4649</TotalTime>
  <Words>4163</Words>
  <Application>Microsoft Office PowerPoint</Application>
  <PresentationFormat>On-screen Show (4:3)</PresentationFormat>
  <Paragraphs>335</Paragraphs>
  <Slides>36</Slides>
  <Notes>0</Notes>
  <HiddenSlides>0</HiddenSlides>
  <MMClips>0</MMClips>
  <ScaleCrop>false</ScaleCrop>
  <HeadingPairs>
    <vt:vector size="8" baseType="variant">
      <vt:variant>
        <vt:lpstr>Fonts Used</vt:lpstr>
      </vt:variant>
      <vt:variant>
        <vt:i4>18</vt:i4>
      </vt:variant>
      <vt:variant>
        <vt:lpstr>Theme</vt:lpstr>
      </vt:variant>
      <vt:variant>
        <vt:i4>5</vt:i4>
      </vt:variant>
      <vt:variant>
        <vt:lpstr>Embedded OLE Servers</vt:lpstr>
      </vt:variant>
      <vt:variant>
        <vt:i4>1</vt:i4>
      </vt:variant>
      <vt:variant>
        <vt:lpstr>Slide Titles</vt:lpstr>
      </vt:variant>
      <vt:variant>
        <vt:i4>36</vt:i4>
      </vt:variant>
    </vt:vector>
  </HeadingPairs>
  <TitlesOfParts>
    <vt:vector size="60" baseType="lpstr">
      <vt:lpstr>等线</vt:lpstr>
      <vt:lpstr>等线 Light</vt:lpstr>
      <vt:lpstr>굴림</vt:lpstr>
      <vt:lpstr>맑은 고딕</vt:lpstr>
      <vt:lpstr>微软雅黑</vt:lpstr>
      <vt:lpstr>ＭＳ Ｐゴシック</vt:lpstr>
      <vt:lpstr>ＭＳ Ｐ明朝</vt:lpstr>
      <vt:lpstr>宋体</vt:lpstr>
      <vt:lpstr>Arial</vt:lpstr>
      <vt:lpstr>Calibri</vt:lpstr>
      <vt:lpstr>Calibri Light</vt:lpstr>
      <vt:lpstr>Courier New</vt:lpstr>
      <vt:lpstr>Franklin Gothic Book</vt:lpstr>
      <vt:lpstr>Garamond</vt:lpstr>
      <vt:lpstr>Gisha</vt:lpstr>
      <vt:lpstr>Times New Roman</vt:lpstr>
      <vt:lpstr>Wingdings</vt:lpstr>
      <vt:lpstr>Wingdings 2</vt:lpstr>
      <vt:lpstr>www.jpppt.com</vt:lpstr>
      <vt:lpstr>www.freeppt7.com</vt:lpstr>
      <vt:lpstr>1_www.freeppt7.com</vt:lpstr>
      <vt:lpstr>Office 主题​​</vt:lpstr>
      <vt:lpstr>Organic</vt:lpstr>
      <vt:lpstr>Equation</vt:lpstr>
      <vt:lpstr>     CHAPTER 3 ALGORITHM ANALYSIS</vt:lpstr>
      <vt:lpstr>Introduction</vt:lpstr>
      <vt:lpstr>Algorithm</vt:lpstr>
      <vt:lpstr>Asymptotic Analysis</vt:lpstr>
      <vt:lpstr>Asymptotic Analysis (cont.)</vt:lpstr>
      <vt:lpstr>Algorithmic Performance </vt:lpstr>
      <vt:lpstr>Algorithmic Performance (cont.) </vt:lpstr>
      <vt:lpstr>Example 3.1</vt:lpstr>
      <vt:lpstr>Example 3.2</vt:lpstr>
      <vt:lpstr>Example 3.3</vt:lpstr>
      <vt:lpstr>Algorithm Growth Rates</vt:lpstr>
      <vt:lpstr>Algorithm Growth Rates (cont.)</vt:lpstr>
      <vt:lpstr>Figure 3.1 Growth Rate </vt:lpstr>
      <vt:lpstr>PowerPoint Presentation</vt:lpstr>
      <vt:lpstr>Common Growth Rates </vt:lpstr>
      <vt:lpstr>Best, Worst, and Average Cases</vt:lpstr>
      <vt:lpstr>Asymptotic Notations</vt:lpstr>
      <vt:lpstr>Upper Bounds ( O Notation)</vt:lpstr>
      <vt:lpstr>PowerPoint Presentation</vt:lpstr>
      <vt:lpstr>Upper Bounds (cont.)</vt:lpstr>
      <vt:lpstr>The Execution Time and Cost of Algorithms</vt:lpstr>
      <vt:lpstr>PowerPoint Presentation</vt:lpstr>
      <vt:lpstr>PowerPoint Presentation</vt:lpstr>
      <vt:lpstr>PowerPoint Presentation</vt:lpstr>
      <vt:lpstr>Lower Bounds (Ω Notation)</vt:lpstr>
      <vt:lpstr>Lower Bounds (cont.)</vt:lpstr>
      <vt:lpstr>ϴ Notation</vt:lpstr>
      <vt:lpstr>A Comparison of Growth-Rate Functions</vt:lpstr>
      <vt:lpstr>Growth-Rate Functions</vt:lpstr>
      <vt:lpstr>Properties of Growth-Rate Functions</vt:lpstr>
      <vt:lpstr>Growth-Rate Functions – Example1</vt:lpstr>
      <vt:lpstr>Growth-Rate Functions – Example2</vt:lpstr>
      <vt:lpstr>Growth-Rate Functions – Example3</vt:lpstr>
      <vt:lpstr>What to Analyze</vt:lpstr>
      <vt:lpstr>Example of Case Analysis (Sequential Search)</vt:lpstr>
      <vt:lpstr>Tutorial IV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3 ALGORITHM ANALYSIS</dc:title>
  <dc:creator>acer</dc:creator>
  <cp:lastModifiedBy>Windows User</cp:lastModifiedBy>
  <cp:revision>186</cp:revision>
  <dcterms:created xsi:type="dcterms:W3CDTF">2016-01-19T03:12:16Z</dcterms:created>
  <dcterms:modified xsi:type="dcterms:W3CDTF">2026-01-29T02:48:57Z</dcterms:modified>
</cp:coreProperties>
</file>