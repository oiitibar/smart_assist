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09" r:id="rId2"/>
    <p:sldId id="389" r:id="rId3"/>
    <p:sldId id="408" r:id="rId4"/>
    <p:sldId id="351" r:id="rId5"/>
    <p:sldId id="352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4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DE399-E715-465A-AD9C-432FC7D08DD6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EB60264-336E-4633-8D6A-826E0E2E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C39D9-948B-F0BB-F32D-0797F00E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75500" y="330329"/>
            <a:ext cx="11440999" cy="3016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Contents;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Cauchy–Riemann Equations. Laplace’s Equation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Harmonic Functions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012742-AD3D-4B44-8F42-58A83FCCFB5F}"/>
              </a:ext>
            </a:extLst>
          </p:cNvPr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Cauchy–Riemann Equations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159CE9-CEE1-4766-81C3-5A76D9CB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97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5F82F-CF7C-5C75-35DC-6B09E914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9938" y="292231"/>
                <a:ext cx="11557262" cy="5717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Cauchy-Riemann Equations. Laplace’s Equations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Harmonic Functions</a:t>
                </a: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Cauchy-Riemann Equations</a:t>
                </a: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analytic in a domain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and only if the first partial derivative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 the two Cauchy-Riemann equations.</a:t>
                </a: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      	 (1)</a:t>
                </a: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polar form,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38" y="292231"/>
                <a:ext cx="11557262" cy="5717591"/>
              </a:xfrm>
              <a:prstGeom prst="rect">
                <a:avLst/>
              </a:prstGeom>
              <a:blipFill rotWithShape="0">
                <a:blip r:embed="rId2"/>
                <a:stretch>
                  <a:fillRect l="-791" t="-959" r="-369" b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7294C60-5511-4D3B-BAEE-7EA5F54A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000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3378" y="367645"/>
                <a:ext cx="11557261" cy="601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1. Cauchy-Riemann Equations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)+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defined and continuous in some neighborhood of a point and differentiable at z itself. 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at that point, the first-order partial derivatives of u and v exist and satisfy the Cauchy-Riemann equations (1). 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if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f(z)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analytic in a domain D, those partial derivatives exist and satisfy (1) at all points of D.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1.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Cauchy-Riemann Equations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analytic?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	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7200" algn="just">
                  <a:lnSpc>
                    <a:spcPct val="150000"/>
                  </a:lnSpc>
                </a:pPr>
                <a:r>
                  <a:rPr lang="en-US" sz="2400" dirty="0"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8" y="367645"/>
                <a:ext cx="11557261" cy="6017032"/>
              </a:xfrm>
              <a:prstGeom prst="rect">
                <a:avLst/>
              </a:prstGeom>
              <a:blipFill rotWithShape="0">
                <a:blip r:embed="rId3"/>
                <a:stretch>
                  <a:fillRect l="-844" t="-811" r="-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EED38B-4723-4CFA-B5A9-C511B7C0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965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47"/>
    </mc:Choice>
    <mc:Fallback xmlns="">
      <p:transition spd="slow" advTm="434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2" y="6518788"/>
            <a:ext cx="2743200" cy="365125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71060" y="297089"/>
                <a:ext cx="11214482" cy="5676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7200" algn="ju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∴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7200" algn="ju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Cauchy-Riemann equation is satisfied,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analytic.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2. Cauchy-Riemann Equations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two real valued continuo𝑢𝑠 functions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(𝑥,𝑦) 𝑎𝑛𝑑 𝑣(𝑥,𝑦) 𝑜𝑓 𝑡𝑤𝑜 𝑟𝑒𝑎𝑙 𝑣𝑎𝑟𝑖𝑎𝑏𝑙𝑒𝑠 𝑥 𝑎𝑛𝑑 𝑦 ℎ𝑎𝑣𝑒 𝑐𝑜𝑛𝑡𝑖𝑛𝑢𝑜𝑢𝑠 𝑓𝑖𝑟𝑠𝑡 partial derivatives that satisfy the Cauchy-Riemann equations in some domain 𝐷 , then the complex function 𝑓(z) = 𝑢(𝑥, 𝑦) + 𝑖𝑣(𝑥, 𝑦) is analytic in 𝐷.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Cauchy-Riemann Equations. Exponential Function.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𝑎𝑛𝑎𝑙𝑦𝑡𝑖𝑐?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0" y="297089"/>
                <a:ext cx="11214482" cy="5676106"/>
              </a:xfrm>
              <a:prstGeom prst="rect">
                <a:avLst/>
              </a:prstGeom>
              <a:blipFill rotWithShape="0">
                <a:blip r:embed="rId3"/>
                <a:stretch>
                  <a:fillRect l="-870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B657845-5A32-476E-B282-3FB3A227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786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47"/>
    </mc:Choice>
    <mc:Fallback xmlns="">
      <p:transition spd="slow" advTm="4344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779" y="301658"/>
                <a:ext cx="10939023" cy="6244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𝑒𝑥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Cauchy-Riemann Equation is satisfied.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𝑓(𝑧) =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𝑥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(cos 𝑦 + 𝑖 𝑠𝑖𝑛𝑦) is analytic.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3.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Analytic Function of Constant Absolute Value is Constant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𝑓(𝑧) is analytic in a domain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𝑘 = Constant in 𝐷, then </a:t>
                </a:r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 in 𝐷 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</a:t>
                </a:r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𝑖𝑣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400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m:rPr>
                            <m:nor/>
                          </m:rPr>
                          <a:rPr lang="en-US" sz="2400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9" y="301658"/>
                <a:ext cx="10939023" cy="6244723"/>
              </a:xfrm>
              <a:prstGeom prst="rect">
                <a:avLst/>
              </a:prstGeom>
              <a:blipFill rotWithShape="0">
                <a:blip r:embed="rId3"/>
                <a:stretch>
                  <a:fillRect l="-836" b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3336072-9773-4FA8-9499-C66A1379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847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50"/>
    </mc:Choice>
    <mc:Fallback xmlns="">
      <p:transition spd="slow" advTm="7245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6499" y="311085"/>
                <a:ext cx="11133056" cy="593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𝑢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𝑣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     𝑢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𝑣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𝑘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𝑘) </a:t>
                </a:r>
              </a:p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Diff: w.r.to 𝑥 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 ( 1 )</a:t>
                </a:r>
              </a:p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 : w.r.to 𝑦 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 ( 2 ) </a:t>
                </a:r>
              </a:p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𝑓(𝑧) is analytic then satisfy Cauchy Riemann Equation, </a:t>
                </a:r>
              </a:p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𝑎𝑛𝑑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indent="398463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Substitute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(1),   𝑢𝑢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𝑥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𝑣𝑢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--------(3) </a:t>
                </a: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𝑣𝑦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(2),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  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------------(4)</a:t>
                </a: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eliminate 𝑢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      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𝑣𝑢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  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       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𝑣𝑢𝑢𝑦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  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sz="2400" i="1" baseline="30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sz="2400" i="1" baseline="30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------------(5)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99" y="311085"/>
                <a:ext cx="11133056" cy="5939062"/>
              </a:xfrm>
              <a:prstGeom prst="rect">
                <a:avLst/>
              </a:prstGeom>
              <a:blipFill rotWithShape="0"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5D1711E-6405-4B71-9165-0041FD79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2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60"/>
    </mc:Choice>
    <mc:Fallback xmlns="">
      <p:transition spd="slow" advTm="9796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9938" y="339365"/>
                <a:ext cx="11594969" cy="610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𝑢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𝑥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−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      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𝑢𝑣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𝑒𝑞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: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  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sz="2400" i="1" baseline="30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sz="2400" i="1" baseline="30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	 −−−−−−−−−(6)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Hence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C.R.E,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𝑢 = 𝑐𝑜𝑛𝑠𝑡𝑎𝑛𝑡,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𝑐𝑜𝑛𝑠𝑡𝑎𝑛𝑡 </a:t>
                </a: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  𝑓(𝑧) = constant .</a:t>
                </a: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3. Laplace’s Equation</a:t>
                </a:r>
              </a:p>
              <a:p>
                <a:pPr indent="587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𝑓(𝑧) = 𝑢(𝑥, 𝑦) + 𝑖𝑣(𝑥, 𝑦) is analytic in domain 𝐷 , then 𝑢 and 𝑣 satisfy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Laplace’s equation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𝛻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𝛻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in 𝐷 and have continuous second partial derivatives in 𝐷.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38" y="339365"/>
                <a:ext cx="11594969" cy="6103209"/>
              </a:xfrm>
              <a:prstGeom prst="rect">
                <a:avLst/>
              </a:prstGeom>
              <a:blipFill rotWithShape="0">
                <a:blip r:embed="rId3"/>
                <a:stretch>
                  <a:fillRect l="-789" r="-841" b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FAB7031-0A79-4F52-82F3-C8F40A86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920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787"/>
    </mc:Choice>
    <mc:Fallback xmlns="">
      <p:transition spd="slow" advTm="12478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2082" y="254524"/>
                <a:ext cx="11547835" cy="604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𝑢 and 𝑣 satisfy the Laplace equation then 𝑢 and 𝑣 are called harmonic function . </a:t>
                </a:r>
              </a:p>
              <a:p>
                <a:pPr algn="just">
                  <a:lnSpc>
                    <a:spcPct val="150000"/>
                  </a:lnSpc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two harmonic functions u and v satisfy the Cauchy-Riemann equation in a domain 𝐷 , they are the real and imaginary parts of an analytic function f in D. Then v is said to be a harmonic conjugate function of u in D. </a:t>
                </a:r>
              </a:p>
              <a:p>
                <a:pPr>
                  <a:lnSpc>
                    <a:spcPct val="150000"/>
                  </a:lnSpc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4.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Find a Harmonic Conjugate Function by the  Cauchy-Riemann equations.</a:t>
                </a:r>
              </a:p>
              <a:p>
                <a:pPr>
                  <a:lnSpc>
                    <a:spcPct val="150000"/>
                  </a:lnSpc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harmonic in the whole complex plane and find a harmonic conjugate function 𝑣 of 𝑢. Find a corresponding analytic function 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). </m:t>
                    </m:r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	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 , 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2" y="254524"/>
                <a:ext cx="11547835" cy="6041654"/>
              </a:xfrm>
              <a:prstGeom prst="rect">
                <a:avLst/>
              </a:prstGeom>
              <a:blipFill rotWithShape="0">
                <a:blip r:embed="rId3"/>
                <a:stretch>
                  <a:fillRect l="-845" r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56DBEB0-3C97-433B-8897-DDD3CDCA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862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198"/>
    </mc:Choice>
    <mc:Fallback xmlns="">
      <p:transition spd="slow" advTm="7119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6499" y="424206"/>
                <a:ext cx="10967303" cy="5457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	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− 1,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−2       </m:t>
                    </m:r>
                  </m:oMath>
                </a14:m>
                <a:endParaRPr lang="en-US" sz="2400" dirty="0">
                  <a:cs typeface="Times New Roman" panose="02020603050405020304" pitchFamily="18" charset="0"/>
                </a:endParaRP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		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𝛻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2 − 2 = 0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𝑢 𝑖𝑠 𝑠𝑎𝑡𝑖𝑠𝑡𝑖𝑒𝑑 𝑡ℎ𝑒 𝐿𝑎𝑝𝑙𝑎𝑐𝑒 ′ 𝑠 𝑒𝑞𝑢𝑎𝑡𝑖𝑜𝑛.</a:t>
                </a: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𝑢 𝑖𝑠 harmonic function. </a:t>
                </a: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∴ 𝑣 is harmonic conjugate function of 𝑢 </a:t>
                </a: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𝑣 must satisfy the Cauchy-Riemann’s equation.  </a:t>
                </a: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 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	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236538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99" y="424206"/>
                <a:ext cx="10967303" cy="54579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CEFD71F-2AFB-4058-BB33-26C91ED5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217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032"/>
    </mc:Choice>
    <mc:Fallback xmlns="">
      <p:transition spd="slow" advTm="1450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37930" y="604912"/>
            <a:ext cx="10988831" cy="5530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236538" algn="just">
              <a:lnSpc>
                <a:spcPct val="130000"/>
              </a:lnSpc>
              <a:spcBef>
                <a:spcPts val="6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2787" y="377072"/>
                <a:ext cx="11332438" cy="6227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Integrating w.r.to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−−−−−−−−−− (1)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Differentiate equation(1) w.r.to 𝑥,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−−−−−−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− (− 2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− 1) = 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+ 1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+ 1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into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(2),	 𝑘′(𝑥) = 1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Integrating w.r.to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into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(1),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analytic function is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𝑖𝑣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𝑖𝑐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𝑖𝑐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	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7" y="377072"/>
                <a:ext cx="11332438" cy="6227539"/>
              </a:xfrm>
              <a:prstGeom prst="rect">
                <a:avLst/>
              </a:prstGeom>
              <a:blipFill>
                <a:blip r:embed="rId3"/>
                <a:stretch>
                  <a:fillRect l="-807" t="-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19431DC-3357-4F07-A153-29A4323F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574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032"/>
    </mc:Choice>
    <mc:Fallback xmlns="">
      <p:transition spd="slow" advTm="1450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6499" y="386499"/>
                <a:ext cx="11340445" cy="1985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f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=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𝑖𝑥𝑦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𝑖𝑐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𝑖𝑐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𝑖𝑐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dirty="0">
                    <a:cs typeface="Times New Roman" panose="02020603050405020304" pitchFamily="18" charset="0"/>
                  </a:rPr>
                  <a:t> 	 	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99" y="386499"/>
                <a:ext cx="11340445" cy="19851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890E192-C6AA-42A7-9EB7-35436C6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588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862"/>
    </mc:Choice>
    <mc:Fallback xmlns="">
      <p:transition spd="slow" advTm="9486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399304" y="1260765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5CF36E3-3F3C-418A-BE7C-833E1697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4854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6.2|1.2|5.2|1.7|25.6|12.4|5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6.5|9|1.3|13.1"/>
</p:tagLst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1690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79</cp:revision>
  <dcterms:created xsi:type="dcterms:W3CDTF">2023-06-26T03:06:53Z</dcterms:created>
  <dcterms:modified xsi:type="dcterms:W3CDTF">2026-05-08T06:19:56Z</dcterms:modified>
</cp:coreProperties>
</file>