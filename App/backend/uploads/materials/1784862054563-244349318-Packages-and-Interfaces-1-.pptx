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1" r:id="rId2"/>
  </p:sldMasterIdLst>
  <p:notesMasterIdLst>
    <p:notesMasterId r:id="rId39"/>
  </p:notesMasterIdLst>
  <p:sldIdLst>
    <p:sldId id="256" r:id="rId3"/>
    <p:sldId id="307" r:id="rId4"/>
    <p:sldId id="267" r:id="rId5"/>
    <p:sldId id="268" r:id="rId6"/>
    <p:sldId id="367" r:id="rId7"/>
    <p:sldId id="331" r:id="rId8"/>
    <p:sldId id="377" r:id="rId9"/>
    <p:sldId id="396" r:id="rId10"/>
    <p:sldId id="378" r:id="rId11"/>
    <p:sldId id="379" r:id="rId12"/>
    <p:sldId id="397" r:id="rId13"/>
    <p:sldId id="398" r:id="rId14"/>
    <p:sldId id="399" r:id="rId15"/>
    <p:sldId id="400" r:id="rId16"/>
    <p:sldId id="380" r:id="rId17"/>
    <p:sldId id="401" r:id="rId18"/>
    <p:sldId id="402" r:id="rId19"/>
    <p:sldId id="403" r:id="rId20"/>
    <p:sldId id="381" r:id="rId21"/>
    <p:sldId id="382" r:id="rId22"/>
    <p:sldId id="404" r:id="rId23"/>
    <p:sldId id="405" r:id="rId24"/>
    <p:sldId id="386" r:id="rId25"/>
    <p:sldId id="387" r:id="rId26"/>
    <p:sldId id="388" r:id="rId27"/>
    <p:sldId id="408" r:id="rId28"/>
    <p:sldId id="409" r:id="rId29"/>
    <p:sldId id="406" r:id="rId30"/>
    <p:sldId id="407" r:id="rId31"/>
    <p:sldId id="410" r:id="rId32"/>
    <p:sldId id="391" r:id="rId33"/>
    <p:sldId id="392" r:id="rId34"/>
    <p:sldId id="393" r:id="rId35"/>
    <p:sldId id="395" r:id="rId36"/>
    <p:sldId id="413" r:id="rId37"/>
    <p:sldId id="259" r:id="rId38"/>
  </p:sldIdLst>
  <p:sldSz cx="9144000" cy="6858000" type="screen4x3"/>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CC"/>
    <a:srgbClr val="3399FF"/>
    <a:srgbClr val="00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339" autoAdjust="0"/>
    <p:restoredTop sz="96504" autoAdjust="0"/>
  </p:normalViewPr>
  <p:slideViewPr>
    <p:cSldViewPr>
      <p:cViewPr varScale="1">
        <p:scale>
          <a:sx n="66" d="100"/>
          <a:sy n="66" d="100"/>
        </p:scale>
        <p:origin x="-1288" y="-76"/>
      </p:cViewPr>
      <p:guideLst>
        <p:guide orient="horz"/>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3D3FDCA-91AA-4804-9A07-6F0DDB6CA845}" type="datetimeFigureOut">
              <a:rPr lang="en-US" smtClean="0"/>
              <a:t>7/7/2026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EC9CE79-09F1-4C6E-A96F-5EE19B972FCD}" type="slidenum">
              <a:rPr lang="en-US" smtClean="0"/>
              <a:t>‹#›</a:t>
            </a:fld>
            <a:endParaRPr lang="en-US"/>
          </a:p>
        </p:txBody>
      </p:sp>
    </p:spTree>
    <p:extLst>
      <p:ext uri="{BB962C8B-B14F-4D97-AF65-F5344CB8AC3E}">
        <p14:creationId xmlns:p14="http://schemas.microsoft.com/office/powerpoint/2010/main" val="38913928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EC9CE79-09F1-4C6E-A96F-5EE19B972FCD}" type="slidenum">
              <a:rPr lang="en-US" smtClean="0"/>
              <a:t>3</a:t>
            </a:fld>
            <a:endParaRPr lang="en-US"/>
          </a:p>
        </p:txBody>
      </p:sp>
    </p:spTree>
    <p:extLst>
      <p:ext uri="{BB962C8B-B14F-4D97-AF65-F5344CB8AC3E}">
        <p14:creationId xmlns:p14="http://schemas.microsoft.com/office/powerpoint/2010/main" val="38928167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EC9CE79-09F1-4C6E-A96F-5EE19B972FCD}" type="slidenum">
              <a:rPr lang="en-US" smtClean="0"/>
              <a:t>4</a:t>
            </a:fld>
            <a:endParaRPr lang="en-US"/>
          </a:p>
        </p:txBody>
      </p:sp>
    </p:spTree>
    <p:extLst>
      <p:ext uri="{BB962C8B-B14F-4D97-AF65-F5344CB8AC3E}">
        <p14:creationId xmlns:p14="http://schemas.microsoft.com/office/powerpoint/2010/main" val="38928167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584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en-US"/>
          </a:p>
        </p:txBody>
      </p:sp>
      <p:sp>
        <p:nvSpPr>
          <p:cNvPr id="3584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Trebuchet MS" pitchFamily="34" charset="0"/>
              </a:defRPr>
            </a:lvl1pPr>
            <a:lvl2pPr marL="742950" indent="-285750">
              <a:defRPr>
                <a:solidFill>
                  <a:schemeClr val="tx1"/>
                </a:solidFill>
                <a:latin typeface="Trebuchet MS" pitchFamily="34" charset="0"/>
              </a:defRPr>
            </a:lvl2pPr>
            <a:lvl3pPr marL="1143000" indent="-228600">
              <a:defRPr>
                <a:solidFill>
                  <a:schemeClr val="tx1"/>
                </a:solidFill>
                <a:latin typeface="Trebuchet MS" pitchFamily="34" charset="0"/>
              </a:defRPr>
            </a:lvl3pPr>
            <a:lvl4pPr marL="1600200" indent="-228600">
              <a:defRPr>
                <a:solidFill>
                  <a:schemeClr val="tx1"/>
                </a:solidFill>
                <a:latin typeface="Trebuchet MS" pitchFamily="34" charset="0"/>
              </a:defRPr>
            </a:lvl4pPr>
            <a:lvl5pPr marL="2057400" indent="-228600">
              <a:defRPr>
                <a:solidFill>
                  <a:schemeClr val="tx1"/>
                </a:solidFill>
                <a:latin typeface="Trebuchet MS" pitchFamily="34" charset="0"/>
              </a:defRPr>
            </a:lvl5pPr>
            <a:lvl6pPr marL="2514600" indent="-228600" fontAlgn="base">
              <a:spcBef>
                <a:spcPct val="0"/>
              </a:spcBef>
              <a:spcAft>
                <a:spcPct val="0"/>
              </a:spcAft>
              <a:defRPr>
                <a:solidFill>
                  <a:schemeClr val="tx1"/>
                </a:solidFill>
                <a:latin typeface="Trebuchet MS" pitchFamily="34" charset="0"/>
              </a:defRPr>
            </a:lvl6pPr>
            <a:lvl7pPr marL="2971800" indent="-228600" fontAlgn="base">
              <a:spcBef>
                <a:spcPct val="0"/>
              </a:spcBef>
              <a:spcAft>
                <a:spcPct val="0"/>
              </a:spcAft>
              <a:defRPr>
                <a:solidFill>
                  <a:schemeClr val="tx1"/>
                </a:solidFill>
                <a:latin typeface="Trebuchet MS" pitchFamily="34" charset="0"/>
              </a:defRPr>
            </a:lvl7pPr>
            <a:lvl8pPr marL="3429000" indent="-228600" fontAlgn="base">
              <a:spcBef>
                <a:spcPct val="0"/>
              </a:spcBef>
              <a:spcAft>
                <a:spcPct val="0"/>
              </a:spcAft>
              <a:defRPr>
                <a:solidFill>
                  <a:schemeClr val="tx1"/>
                </a:solidFill>
                <a:latin typeface="Trebuchet MS" pitchFamily="34" charset="0"/>
              </a:defRPr>
            </a:lvl8pPr>
            <a:lvl9pPr marL="3886200" indent="-228600" fontAlgn="base">
              <a:spcBef>
                <a:spcPct val="0"/>
              </a:spcBef>
              <a:spcAft>
                <a:spcPct val="0"/>
              </a:spcAft>
              <a:defRPr>
                <a:solidFill>
                  <a:schemeClr val="tx1"/>
                </a:solidFill>
                <a:latin typeface="Trebuchet MS" pitchFamily="34" charset="0"/>
              </a:defRPr>
            </a:lvl9pPr>
          </a:lstStyle>
          <a:p>
            <a:pPr fontAlgn="base">
              <a:spcBef>
                <a:spcPct val="0"/>
              </a:spcBef>
              <a:spcAft>
                <a:spcPct val="0"/>
              </a:spcAft>
            </a:pPr>
            <a:fld id="{7369977C-7FC3-4284-B01B-324DE1D88BB8}" type="slidenum">
              <a:rPr lang="en-US" altLang="en-US">
                <a:latin typeface="Calibri" pitchFamily="34" charset="0"/>
              </a:rPr>
              <a:pPr fontAlgn="base">
                <a:spcBef>
                  <a:spcPct val="0"/>
                </a:spcBef>
                <a:spcAft>
                  <a:spcPct val="0"/>
                </a:spcAft>
              </a:pPr>
              <a:t>11</a:t>
            </a:fld>
            <a:endParaRPr lang="en-US" altLang="en-US">
              <a:latin typeface="Calibri" pitchFamily="34" charset="0"/>
            </a:endParaRPr>
          </a:p>
        </p:txBody>
      </p:sp>
      <p:sp>
        <p:nvSpPr>
          <p:cNvPr id="35845" name="Footer Placeholder 4"/>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Trebuchet MS" pitchFamily="34" charset="0"/>
              </a:defRPr>
            </a:lvl1pPr>
            <a:lvl2pPr marL="742950" indent="-285750">
              <a:defRPr>
                <a:solidFill>
                  <a:schemeClr val="tx1"/>
                </a:solidFill>
                <a:latin typeface="Trebuchet MS" pitchFamily="34" charset="0"/>
              </a:defRPr>
            </a:lvl2pPr>
            <a:lvl3pPr marL="1143000" indent="-228600">
              <a:defRPr>
                <a:solidFill>
                  <a:schemeClr val="tx1"/>
                </a:solidFill>
                <a:latin typeface="Trebuchet MS" pitchFamily="34" charset="0"/>
              </a:defRPr>
            </a:lvl3pPr>
            <a:lvl4pPr marL="1600200" indent="-228600">
              <a:defRPr>
                <a:solidFill>
                  <a:schemeClr val="tx1"/>
                </a:solidFill>
                <a:latin typeface="Trebuchet MS" pitchFamily="34" charset="0"/>
              </a:defRPr>
            </a:lvl4pPr>
            <a:lvl5pPr marL="2057400" indent="-228600">
              <a:defRPr>
                <a:solidFill>
                  <a:schemeClr val="tx1"/>
                </a:solidFill>
                <a:latin typeface="Trebuchet MS" pitchFamily="34" charset="0"/>
              </a:defRPr>
            </a:lvl5pPr>
            <a:lvl6pPr marL="2514600" indent="-228600" fontAlgn="base">
              <a:spcBef>
                <a:spcPct val="0"/>
              </a:spcBef>
              <a:spcAft>
                <a:spcPct val="0"/>
              </a:spcAft>
              <a:defRPr>
                <a:solidFill>
                  <a:schemeClr val="tx1"/>
                </a:solidFill>
                <a:latin typeface="Trebuchet MS" pitchFamily="34" charset="0"/>
              </a:defRPr>
            </a:lvl6pPr>
            <a:lvl7pPr marL="2971800" indent="-228600" fontAlgn="base">
              <a:spcBef>
                <a:spcPct val="0"/>
              </a:spcBef>
              <a:spcAft>
                <a:spcPct val="0"/>
              </a:spcAft>
              <a:defRPr>
                <a:solidFill>
                  <a:schemeClr val="tx1"/>
                </a:solidFill>
                <a:latin typeface="Trebuchet MS" pitchFamily="34" charset="0"/>
              </a:defRPr>
            </a:lvl7pPr>
            <a:lvl8pPr marL="3429000" indent="-228600" fontAlgn="base">
              <a:spcBef>
                <a:spcPct val="0"/>
              </a:spcBef>
              <a:spcAft>
                <a:spcPct val="0"/>
              </a:spcAft>
              <a:defRPr>
                <a:solidFill>
                  <a:schemeClr val="tx1"/>
                </a:solidFill>
                <a:latin typeface="Trebuchet MS" pitchFamily="34" charset="0"/>
              </a:defRPr>
            </a:lvl8pPr>
            <a:lvl9pPr marL="3886200" indent="-228600" fontAlgn="base">
              <a:spcBef>
                <a:spcPct val="0"/>
              </a:spcBef>
              <a:spcAft>
                <a:spcPct val="0"/>
              </a:spcAft>
              <a:defRPr>
                <a:solidFill>
                  <a:schemeClr val="tx1"/>
                </a:solidFill>
                <a:latin typeface="Trebuchet MS" pitchFamily="34" charset="0"/>
              </a:defRPr>
            </a:lvl9pPr>
          </a:lstStyle>
          <a:p>
            <a:pPr fontAlgn="base">
              <a:spcBef>
                <a:spcPct val="0"/>
              </a:spcBef>
              <a:spcAft>
                <a:spcPct val="0"/>
              </a:spcAft>
            </a:pPr>
            <a:r>
              <a:rPr lang="en-US" altLang="en-US">
                <a:latin typeface="Calibri" pitchFamily="34" charset="0"/>
              </a:rPr>
              <a:t>YTU-IT Department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584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en-US"/>
          </a:p>
        </p:txBody>
      </p:sp>
      <p:sp>
        <p:nvSpPr>
          <p:cNvPr id="3584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Trebuchet MS" pitchFamily="34" charset="0"/>
              </a:defRPr>
            </a:lvl1pPr>
            <a:lvl2pPr marL="742950" indent="-285750">
              <a:defRPr>
                <a:solidFill>
                  <a:schemeClr val="tx1"/>
                </a:solidFill>
                <a:latin typeface="Trebuchet MS" pitchFamily="34" charset="0"/>
              </a:defRPr>
            </a:lvl2pPr>
            <a:lvl3pPr marL="1143000" indent="-228600">
              <a:defRPr>
                <a:solidFill>
                  <a:schemeClr val="tx1"/>
                </a:solidFill>
                <a:latin typeface="Trebuchet MS" pitchFamily="34" charset="0"/>
              </a:defRPr>
            </a:lvl3pPr>
            <a:lvl4pPr marL="1600200" indent="-228600">
              <a:defRPr>
                <a:solidFill>
                  <a:schemeClr val="tx1"/>
                </a:solidFill>
                <a:latin typeface="Trebuchet MS" pitchFamily="34" charset="0"/>
              </a:defRPr>
            </a:lvl4pPr>
            <a:lvl5pPr marL="2057400" indent="-228600">
              <a:defRPr>
                <a:solidFill>
                  <a:schemeClr val="tx1"/>
                </a:solidFill>
                <a:latin typeface="Trebuchet MS" pitchFamily="34" charset="0"/>
              </a:defRPr>
            </a:lvl5pPr>
            <a:lvl6pPr marL="2514600" indent="-228600" fontAlgn="base">
              <a:spcBef>
                <a:spcPct val="0"/>
              </a:spcBef>
              <a:spcAft>
                <a:spcPct val="0"/>
              </a:spcAft>
              <a:defRPr>
                <a:solidFill>
                  <a:schemeClr val="tx1"/>
                </a:solidFill>
                <a:latin typeface="Trebuchet MS" pitchFamily="34" charset="0"/>
              </a:defRPr>
            </a:lvl6pPr>
            <a:lvl7pPr marL="2971800" indent="-228600" fontAlgn="base">
              <a:spcBef>
                <a:spcPct val="0"/>
              </a:spcBef>
              <a:spcAft>
                <a:spcPct val="0"/>
              </a:spcAft>
              <a:defRPr>
                <a:solidFill>
                  <a:schemeClr val="tx1"/>
                </a:solidFill>
                <a:latin typeface="Trebuchet MS" pitchFamily="34" charset="0"/>
              </a:defRPr>
            </a:lvl7pPr>
            <a:lvl8pPr marL="3429000" indent="-228600" fontAlgn="base">
              <a:spcBef>
                <a:spcPct val="0"/>
              </a:spcBef>
              <a:spcAft>
                <a:spcPct val="0"/>
              </a:spcAft>
              <a:defRPr>
                <a:solidFill>
                  <a:schemeClr val="tx1"/>
                </a:solidFill>
                <a:latin typeface="Trebuchet MS" pitchFamily="34" charset="0"/>
              </a:defRPr>
            </a:lvl8pPr>
            <a:lvl9pPr marL="3886200" indent="-228600" fontAlgn="base">
              <a:spcBef>
                <a:spcPct val="0"/>
              </a:spcBef>
              <a:spcAft>
                <a:spcPct val="0"/>
              </a:spcAft>
              <a:defRPr>
                <a:solidFill>
                  <a:schemeClr val="tx1"/>
                </a:solidFill>
                <a:latin typeface="Trebuchet MS" pitchFamily="34" charset="0"/>
              </a:defRPr>
            </a:lvl9pPr>
          </a:lstStyle>
          <a:p>
            <a:pPr fontAlgn="base">
              <a:spcBef>
                <a:spcPct val="0"/>
              </a:spcBef>
              <a:spcAft>
                <a:spcPct val="0"/>
              </a:spcAft>
            </a:pPr>
            <a:fld id="{7369977C-7FC3-4284-B01B-324DE1D88BB8}" type="slidenum">
              <a:rPr lang="en-US" altLang="en-US">
                <a:latin typeface="Calibri" pitchFamily="34" charset="0"/>
              </a:rPr>
              <a:pPr fontAlgn="base">
                <a:spcBef>
                  <a:spcPct val="0"/>
                </a:spcBef>
                <a:spcAft>
                  <a:spcPct val="0"/>
                </a:spcAft>
              </a:pPr>
              <a:t>24</a:t>
            </a:fld>
            <a:endParaRPr lang="en-US" altLang="en-US">
              <a:latin typeface="Calibri" pitchFamily="34" charset="0"/>
            </a:endParaRPr>
          </a:p>
        </p:txBody>
      </p:sp>
      <p:sp>
        <p:nvSpPr>
          <p:cNvPr id="35845" name="Footer Placeholder 4"/>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Trebuchet MS" pitchFamily="34" charset="0"/>
              </a:defRPr>
            </a:lvl1pPr>
            <a:lvl2pPr marL="742950" indent="-285750">
              <a:defRPr>
                <a:solidFill>
                  <a:schemeClr val="tx1"/>
                </a:solidFill>
                <a:latin typeface="Trebuchet MS" pitchFamily="34" charset="0"/>
              </a:defRPr>
            </a:lvl2pPr>
            <a:lvl3pPr marL="1143000" indent="-228600">
              <a:defRPr>
                <a:solidFill>
                  <a:schemeClr val="tx1"/>
                </a:solidFill>
                <a:latin typeface="Trebuchet MS" pitchFamily="34" charset="0"/>
              </a:defRPr>
            </a:lvl3pPr>
            <a:lvl4pPr marL="1600200" indent="-228600">
              <a:defRPr>
                <a:solidFill>
                  <a:schemeClr val="tx1"/>
                </a:solidFill>
                <a:latin typeface="Trebuchet MS" pitchFamily="34" charset="0"/>
              </a:defRPr>
            </a:lvl4pPr>
            <a:lvl5pPr marL="2057400" indent="-228600">
              <a:defRPr>
                <a:solidFill>
                  <a:schemeClr val="tx1"/>
                </a:solidFill>
                <a:latin typeface="Trebuchet MS" pitchFamily="34" charset="0"/>
              </a:defRPr>
            </a:lvl5pPr>
            <a:lvl6pPr marL="2514600" indent="-228600" fontAlgn="base">
              <a:spcBef>
                <a:spcPct val="0"/>
              </a:spcBef>
              <a:spcAft>
                <a:spcPct val="0"/>
              </a:spcAft>
              <a:defRPr>
                <a:solidFill>
                  <a:schemeClr val="tx1"/>
                </a:solidFill>
                <a:latin typeface="Trebuchet MS" pitchFamily="34" charset="0"/>
              </a:defRPr>
            </a:lvl6pPr>
            <a:lvl7pPr marL="2971800" indent="-228600" fontAlgn="base">
              <a:spcBef>
                <a:spcPct val="0"/>
              </a:spcBef>
              <a:spcAft>
                <a:spcPct val="0"/>
              </a:spcAft>
              <a:defRPr>
                <a:solidFill>
                  <a:schemeClr val="tx1"/>
                </a:solidFill>
                <a:latin typeface="Trebuchet MS" pitchFamily="34" charset="0"/>
              </a:defRPr>
            </a:lvl7pPr>
            <a:lvl8pPr marL="3429000" indent="-228600" fontAlgn="base">
              <a:spcBef>
                <a:spcPct val="0"/>
              </a:spcBef>
              <a:spcAft>
                <a:spcPct val="0"/>
              </a:spcAft>
              <a:defRPr>
                <a:solidFill>
                  <a:schemeClr val="tx1"/>
                </a:solidFill>
                <a:latin typeface="Trebuchet MS" pitchFamily="34" charset="0"/>
              </a:defRPr>
            </a:lvl8pPr>
            <a:lvl9pPr marL="3886200" indent="-228600" fontAlgn="base">
              <a:spcBef>
                <a:spcPct val="0"/>
              </a:spcBef>
              <a:spcAft>
                <a:spcPct val="0"/>
              </a:spcAft>
              <a:defRPr>
                <a:solidFill>
                  <a:schemeClr val="tx1"/>
                </a:solidFill>
                <a:latin typeface="Trebuchet MS" pitchFamily="34" charset="0"/>
              </a:defRPr>
            </a:lvl9pPr>
          </a:lstStyle>
          <a:p>
            <a:pPr fontAlgn="base">
              <a:spcBef>
                <a:spcPct val="0"/>
              </a:spcBef>
              <a:spcAft>
                <a:spcPct val="0"/>
              </a:spcAft>
            </a:pPr>
            <a:r>
              <a:rPr lang="en-US" altLang="en-US">
                <a:latin typeface="Calibri" pitchFamily="34" charset="0"/>
              </a:rPr>
              <a:t>YTU-IT Department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584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en-US"/>
          </a:p>
        </p:txBody>
      </p:sp>
      <p:sp>
        <p:nvSpPr>
          <p:cNvPr id="3584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Trebuchet MS" pitchFamily="34" charset="0"/>
              </a:defRPr>
            </a:lvl1pPr>
            <a:lvl2pPr marL="742950" indent="-285750">
              <a:defRPr>
                <a:solidFill>
                  <a:schemeClr val="tx1"/>
                </a:solidFill>
                <a:latin typeface="Trebuchet MS" pitchFamily="34" charset="0"/>
              </a:defRPr>
            </a:lvl2pPr>
            <a:lvl3pPr marL="1143000" indent="-228600">
              <a:defRPr>
                <a:solidFill>
                  <a:schemeClr val="tx1"/>
                </a:solidFill>
                <a:latin typeface="Trebuchet MS" pitchFamily="34" charset="0"/>
              </a:defRPr>
            </a:lvl3pPr>
            <a:lvl4pPr marL="1600200" indent="-228600">
              <a:defRPr>
                <a:solidFill>
                  <a:schemeClr val="tx1"/>
                </a:solidFill>
                <a:latin typeface="Trebuchet MS" pitchFamily="34" charset="0"/>
              </a:defRPr>
            </a:lvl4pPr>
            <a:lvl5pPr marL="2057400" indent="-228600">
              <a:defRPr>
                <a:solidFill>
                  <a:schemeClr val="tx1"/>
                </a:solidFill>
                <a:latin typeface="Trebuchet MS" pitchFamily="34" charset="0"/>
              </a:defRPr>
            </a:lvl5pPr>
            <a:lvl6pPr marL="2514600" indent="-228600" fontAlgn="base">
              <a:spcBef>
                <a:spcPct val="0"/>
              </a:spcBef>
              <a:spcAft>
                <a:spcPct val="0"/>
              </a:spcAft>
              <a:defRPr>
                <a:solidFill>
                  <a:schemeClr val="tx1"/>
                </a:solidFill>
                <a:latin typeface="Trebuchet MS" pitchFamily="34" charset="0"/>
              </a:defRPr>
            </a:lvl6pPr>
            <a:lvl7pPr marL="2971800" indent="-228600" fontAlgn="base">
              <a:spcBef>
                <a:spcPct val="0"/>
              </a:spcBef>
              <a:spcAft>
                <a:spcPct val="0"/>
              </a:spcAft>
              <a:defRPr>
                <a:solidFill>
                  <a:schemeClr val="tx1"/>
                </a:solidFill>
                <a:latin typeface="Trebuchet MS" pitchFamily="34" charset="0"/>
              </a:defRPr>
            </a:lvl7pPr>
            <a:lvl8pPr marL="3429000" indent="-228600" fontAlgn="base">
              <a:spcBef>
                <a:spcPct val="0"/>
              </a:spcBef>
              <a:spcAft>
                <a:spcPct val="0"/>
              </a:spcAft>
              <a:defRPr>
                <a:solidFill>
                  <a:schemeClr val="tx1"/>
                </a:solidFill>
                <a:latin typeface="Trebuchet MS" pitchFamily="34" charset="0"/>
              </a:defRPr>
            </a:lvl8pPr>
            <a:lvl9pPr marL="3886200" indent="-228600" fontAlgn="base">
              <a:spcBef>
                <a:spcPct val="0"/>
              </a:spcBef>
              <a:spcAft>
                <a:spcPct val="0"/>
              </a:spcAft>
              <a:defRPr>
                <a:solidFill>
                  <a:schemeClr val="tx1"/>
                </a:solidFill>
                <a:latin typeface="Trebuchet MS" pitchFamily="34" charset="0"/>
              </a:defRPr>
            </a:lvl9pPr>
          </a:lstStyle>
          <a:p>
            <a:pPr fontAlgn="base">
              <a:spcBef>
                <a:spcPct val="0"/>
              </a:spcBef>
              <a:spcAft>
                <a:spcPct val="0"/>
              </a:spcAft>
            </a:pPr>
            <a:fld id="{7369977C-7FC3-4284-B01B-324DE1D88BB8}" type="slidenum">
              <a:rPr lang="en-US" altLang="en-US">
                <a:latin typeface="Calibri" pitchFamily="34" charset="0"/>
              </a:rPr>
              <a:pPr fontAlgn="base">
                <a:spcBef>
                  <a:spcPct val="0"/>
                </a:spcBef>
                <a:spcAft>
                  <a:spcPct val="0"/>
                </a:spcAft>
              </a:pPr>
              <a:t>25</a:t>
            </a:fld>
            <a:endParaRPr lang="en-US" altLang="en-US">
              <a:latin typeface="Calibri" pitchFamily="34" charset="0"/>
            </a:endParaRPr>
          </a:p>
        </p:txBody>
      </p:sp>
      <p:sp>
        <p:nvSpPr>
          <p:cNvPr id="35845" name="Footer Placeholder 4"/>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Trebuchet MS" pitchFamily="34" charset="0"/>
              </a:defRPr>
            </a:lvl1pPr>
            <a:lvl2pPr marL="742950" indent="-285750">
              <a:defRPr>
                <a:solidFill>
                  <a:schemeClr val="tx1"/>
                </a:solidFill>
                <a:latin typeface="Trebuchet MS" pitchFamily="34" charset="0"/>
              </a:defRPr>
            </a:lvl2pPr>
            <a:lvl3pPr marL="1143000" indent="-228600">
              <a:defRPr>
                <a:solidFill>
                  <a:schemeClr val="tx1"/>
                </a:solidFill>
                <a:latin typeface="Trebuchet MS" pitchFamily="34" charset="0"/>
              </a:defRPr>
            </a:lvl3pPr>
            <a:lvl4pPr marL="1600200" indent="-228600">
              <a:defRPr>
                <a:solidFill>
                  <a:schemeClr val="tx1"/>
                </a:solidFill>
                <a:latin typeface="Trebuchet MS" pitchFamily="34" charset="0"/>
              </a:defRPr>
            </a:lvl4pPr>
            <a:lvl5pPr marL="2057400" indent="-228600">
              <a:defRPr>
                <a:solidFill>
                  <a:schemeClr val="tx1"/>
                </a:solidFill>
                <a:latin typeface="Trebuchet MS" pitchFamily="34" charset="0"/>
              </a:defRPr>
            </a:lvl5pPr>
            <a:lvl6pPr marL="2514600" indent="-228600" fontAlgn="base">
              <a:spcBef>
                <a:spcPct val="0"/>
              </a:spcBef>
              <a:spcAft>
                <a:spcPct val="0"/>
              </a:spcAft>
              <a:defRPr>
                <a:solidFill>
                  <a:schemeClr val="tx1"/>
                </a:solidFill>
                <a:latin typeface="Trebuchet MS" pitchFamily="34" charset="0"/>
              </a:defRPr>
            </a:lvl6pPr>
            <a:lvl7pPr marL="2971800" indent="-228600" fontAlgn="base">
              <a:spcBef>
                <a:spcPct val="0"/>
              </a:spcBef>
              <a:spcAft>
                <a:spcPct val="0"/>
              </a:spcAft>
              <a:defRPr>
                <a:solidFill>
                  <a:schemeClr val="tx1"/>
                </a:solidFill>
                <a:latin typeface="Trebuchet MS" pitchFamily="34" charset="0"/>
              </a:defRPr>
            </a:lvl7pPr>
            <a:lvl8pPr marL="3429000" indent="-228600" fontAlgn="base">
              <a:spcBef>
                <a:spcPct val="0"/>
              </a:spcBef>
              <a:spcAft>
                <a:spcPct val="0"/>
              </a:spcAft>
              <a:defRPr>
                <a:solidFill>
                  <a:schemeClr val="tx1"/>
                </a:solidFill>
                <a:latin typeface="Trebuchet MS" pitchFamily="34" charset="0"/>
              </a:defRPr>
            </a:lvl8pPr>
            <a:lvl9pPr marL="3886200" indent="-228600" fontAlgn="base">
              <a:spcBef>
                <a:spcPct val="0"/>
              </a:spcBef>
              <a:spcAft>
                <a:spcPct val="0"/>
              </a:spcAft>
              <a:defRPr>
                <a:solidFill>
                  <a:schemeClr val="tx1"/>
                </a:solidFill>
                <a:latin typeface="Trebuchet MS" pitchFamily="34" charset="0"/>
              </a:defRPr>
            </a:lvl9pPr>
          </a:lstStyle>
          <a:p>
            <a:pPr fontAlgn="base">
              <a:spcBef>
                <a:spcPct val="0"/>
              </a:spcBef>
              <a:spcAft>
                <a:spcPct val="0"/>
              </a:spcAft>
            </a:pPr>
            <a:r>
              <a:rPr lang="en-US" altLang="en-US">
                <a:latin typeface="Calibri" pitchFamily="34" charset="0"/>
              </a:rPr>
              <a:t>YTU-IT Department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EC9CE79-09F1-4C6E-A96F-5EE19B972FCD}" type="slidenum">
              <a:rPr lang="en-US" smtClean="0"/>
              <a:t>36</a:t>
            </a:fld>
            <a:endParaRPr lang="en-US"/>
          </a:p>
        </p:txBody>
      </p:sp>
    </p:spTree>
    <p:extLst>
      <p:ext uri="{BB962C8B-B14F-4D97-AF65-F5344CB8AC3E}">
        <p14:creationId xmlns:p14="http://schemas.microsoft.com/office/powerpoint/2010/main" val="15448879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197685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0" y="0"/>
            <a:ext cx="9144000" cy="1179288"/>
          </a:xfrm>
          <a:prstGeom prst="rect">
            <a:avLst/>
          </a:prstGeom>
        </p:spPr>
        <p:txBody>
          <a:bodyPr anchor="ctr"/>
          <a:lstStyle>
            <a:lvl1pPr algn="l">
              <a:defRPr>
                <a:solidFill>
                  <a:schemeClr val="tx1">
                    <a:lumMod val="75000"/>
                    <a:lumOff val="25000"/>
                  </a:schemeClr>
                </a:solidFill>
              </a:defRPr>
            </a:lvl1pPr>
          </a:lstStyle>
          <a:p>
            <a:r>
              <a:rPr lang="en-US" altLang="ko-KR" dirty="0"/>
              <a:t> Click to edit title</a:t>
            </a:r>
            <a:endParaRPr lang="ko-KR" altLang="en-US" dirty="0"/>
          </a:p>
        </p:txBody>
      </p:sp>
      <p:sp>
        <p:nvSpPr>
          <p:cNvPr id="4" name="Content Placeholder 2"/>
          <p:cNvSpPr>
            <a:spLocks noGrp="1"/>
          </p:cNvSpPr>
          <p:nvPr>
            <p:ph idx="1"/>
          </p:nvPr>
        </p:nvSpPr>
        <p:spPr>
          <a:xfrm>
            <a:off x="395536" y="1508787"/>
            <a:ext cx="8496944" cy="614197"/>
          </a:xfrm>
          <a:prstGeom prst="rect">
            <a:avLst/>
          </a:prstGeom>
        </p:spPr>
        <p:txBody>
          <a:bodyPr anchor="ctr"/>
          <a:lstStyle>
            <a:lvl1pPr marL="0" indent="0">
              <a:buNone/>
              <a:defRPr sz="2000">
                <a:solidFill>
                  <a:schemeClr val="tx1">
                    <a:lumMod val="75000"/>
                    <a:lumOff val="25000"/>
                  </a:schemeClr>
                </a:solidFill>
              </a:defRPr>
            </a:lvl1pPr>
          </a:lstStyle>
          <a:p>
            <a:pPr lvl="0"/>
            <a:r>
              <a:rPr lang="en-US" altLang="ko-KR" dirty="0"/>
              <a:t>Click to edit Master text styles</a:t>
            </a:r>
          </a:p>
        </p:txBody>
      </p:sp>
      <p:sp>
        <p:nvSpPr>
          <p:cNvPr id="5" name="Content Placeholder 2"/>
          <p:cNvSpPr>
            <a:spLocks noGrp="1"/>
          </p:cNvSpPr>
          <p:nvPr>
            <p:ph idx="10"/>
          </p:nvPr>
        </p:nvSpPr>
        <p:spPr>
          <a:xfrm>
            <a:off x="405880" y="2411015"/>
            <a:ext cx="8496944" cy="3994316"/>
          </a:xfrm>
          <a:prstGeom prst="rect">
            <a:avLst/>
          </a:prstGeom>
        </p:spPr>
        <p:txBody>
          <a:bodyPr lIns="396000" anchor="t"/>
          <a:lstStyle>
            <a:lvl1pPr marL="0" indent="0">
              <a:buNone/>
              <a:defRPr sz="1400">
                <a:solidFill>
                  <a:schemeClr val="tx1">
                    <a:lumMod val="75000"/>
                    <a:lumOff val="25000"/>
                  </a:schemeClr>
                </a:solidFill>
              </a:defRPr>
            </a:lvl1pPr>
          </a:lstStyle>
          <a:p>
            <a:pPr lvl="0"/>
            <a:r>
              <a:rPr lang="en-US" altLang="ko-KR" dirty="0"/>
              <a:t>Click to edit Master text styles</a:t>
            </a:r>
          </a:p>
        </p:txBody>
      </p:sp>
    </p:spTree>
    <p:extLst>
      <p:ext uri="{BB962C8B-B14F-4D97-AF65-F5344CB8AC3E}">
        <p14:creationId xmlns:p14="http://schemas.microsoft.com/office/powerpoint/2010/main" val="11469437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619672" y="0"/>
            <a:ext cx="7524328" cy="1179288"/>
          </a:xfrm>
          <a:prstGeom prst="rect">
            <a:avLst/>
          </a:prstGeom>
        </p:spPr>
        <p:txBody>
          <a:bodyPr anchor="ctr"/>
          <a:lstStyle>
            <a:lvl1pPr algn="l">
              <a:defRPr>
                <a:solidFill>
                  <a:schemeClr val="tx1">
                    <a:lumMod val="75000"/>
                    <a:lumOff val="25000"/>
                  </a:schemeClr>
                </a:solidFill>
              </a:defRPr>
            </a:lvl1pPr>
          </a:lstStyle>
          <a:p>
            <a:r>
              <a:rPr lang="en-US" altLang="ko-KR" dirty="0"/>
              <a:t> Click to edit title</a:t>
            </a:r>
            <a:endParaRPr lang="ko-KR" altLang="en-US" dirty="0"/>
          </a:p>
        </p:txBody>
      </p:sp>
      <p:sp>
        <p:nvSpPr>
          <p:cNvPr id="4" name="Content Placeholder 2"/>
          <p:cNvSpPr>
            <a:spLocks noGrp="1"/>
          </p:cNvSpPr>
          <p:nvPr>
            <p:ph idx="1"/>
          </p:nvPr>
        </p:nvSpPr>
        <p:spPr>
          <a:xfrm>
            <a:off x="1979712" y="1316766"/>
            <a:ext cx="6912768" cy="614197"/>
          </a:xfrm>
          <a:prstGeom prst="rect">
            <a:avLst/>
          </a:prstGeom>
        </p:spPr>
        <p:txBody>
          <a:bodyPr anchor="ctr"/>
          <a:lstStyle>
            <a:lvl1pPr marL="0" indent="0">
              <a:buNone/>
              <a:defRPr sz="2000">
                <a:solidFill>
                  <a:schemeClr val="tx1">
                    <a:lumMod val="75000"/>
                    <a:lumOff val="25000"/>
                  </a:schemeClr>
                </a:solidFill>
              </a:defRPr>
            </a:lvl1pPr>
          </a:lstStyle>
          <a:p>
            <a:pPr lvl="0"/>
            <a:r>
              <a:rPr lang="en-US" altLang="ko-KR" dirty="0"/>
              <a:t>Click to edit Master text styles</a:t>
            </a:r>
          </a:p>
        </p:txBody>
      </p:sp>
      <p:sp>
        <p:nvSpPr>
          <p:cNvPr id="5" name="Content Placeholder 2"/>
          <p:cNvSpPr>
            <a:spLocks noGrp="1"/>
          </p:cNvSpPr>
          <p:nvPr>
            <p:ph idx="10"/>
          </p:nvPr>
        </p:nvSpPr>
        <p:spPr>
          <a:xfrm>
            <a:off x="1990056" y="2218994"/>
            <a:ext cx="6912768" cy="3994316"/>
          </a:xfrm>
          <a:prstGeom prst="rect">
            <a:avLst/>
          </a:prstGeom>
        </p:spPr>
        <p:txBody>
          <a:bodyPr lIns="396000" anchor="t"/>
          <a:lstStyle>
            <a:lvl1pPr marL="0" indent="0">
              <a:buNone/>
              <a:defRPr sz="1400">
                <a:solidFill>
                  <a:schemeClr val="tx1">
                    <a:lumMod val="75000"/>
                    <a:lumOff val="25000"/>
                  </a:schemeClr>
                </a:solidFill>
              </a:defRPr>
            </a:lvl1pPr>
          </a:lstStyle>
          <a:p>
            <a:pPr lvl="0"/>
            <a:r>
              <a:rPr lang="en-US" altLang="ko-KR" dirty="0"/>
              <a:t>Click to edit Master text styles</a:t>
            </a:r>
          </a:p>
        </p:txBody>
      </p:sp>
    </p:spTree>
    <p:extLst>
      <p:ext uri="{BB962C8B-B14F-4D97-AF65-F5344CB8AC3E}">
        <p14:creationId xmlns:p14="http://schemas.microsoft.com/office/powerpoint/2010/main" val="9228082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8153400" cy="990600"/>
          </a:xfrm>
          <a:prstGeom prst="rect">
            <a:avLst/>
          </a:prstGeom>
        </p:spPr>
        <p:txBody>
          <a:bodyPr/>
          <a:lstStyle/>
          <a:p>
            <a:r>
              <a:rPr kumimoji="0" lang="en-US"/>
              <a:t>Click to edit Master title style</a:t>
            </a:r>
          </a:p>
        </p:txBody>
      </p:sp>
      <p:sp>
        <p:nvSpPr>
          <p:cNvPr id="9" name="Content Placeholder 8"/>
          <p:cNvSpPr>
            <a:spLocks noGrp="1"/>
          </p:cNvSpPr>
          <p:nvPr>
            <p:ph sz="quarter" idx="1"/>
          </p:nvPr>
        </p:nvSpPr>
        <p:spPr>
          <a:xfrm>
            <a:off x="609600" y="1589567"/>
            <a:ext cx="3886200" cy="4572000"/>
          </a:xfrm>
          <a:prstGeom prst="rect">
            <a:avLst/>
          </a:prstGeo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844901" y="1589567"/>
            <a:ext cx="3886200" cy="4572000"/>
          </a:xfrm>
          <a:prstGeom prst="rect">
            <a:avLst/>
          </a:prstGeo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8" name="Date Placeholder 7"/>
          <p:cNvSpPr>
            <a:spLocks noGrp="1"/>
          </p:cNvSpPr>
          <p:nvPr>
            <p:ph type="dt" sz="half" idx="15"/>
          </p:nvPr>
        </p:nvSpPr>
        <p:spPr>
          <a:xfrm>
            <a:off x="6096000" y="6248400"/>
            <a:ext cx="2667000" cy="365125"/>
          </a:xfrm>
          <a:prstGeom prst="rect">
            <a:avLst/>
          </a:prstGeom>
        </p:spPr>
        <p:txBody>
          <a:bodyPr rtlCol="0"/>
          <a:lstStyle/>
          <a:p>
            <a:endParaRPr lang="en-US"/>
          </a:p>
        </p:txBody>
      </p:sp>
      <p:sp>
        <p:nvSpPr>
          <p:cNvPr id="10" name="Slide Number Placeholder 9"/>
          <p:cNvSpPr>
            <a:spLocks noGrp="1"/>
          </p:cNvSpPr>
          <p:nvPr>
            <p:ph type="sldNum" sz="quarter" idx="16"/>
          </p:nvPr>
        </p:nvSpPr>
        <p:spPr>
          <a:xfrm>
            <a:off x="0" y="1272223"/>
            <a:ext cx="533400" cy="244476"/>
          </a:xfrm>
          <a:prstGeom prst="rect">
            <a:avLst/>
          </a:prstGeom>
        </p:spPr>
        <p:txBody>
          <a:bodyPr rtlCol="0"/>
          <a:lstStyle/>
          <a:p>
            <a:fld id="{A0D09A74-B91A-40A4-90D1-93FE587BC1C3}" type="slidenum">
              <a:rPr lang="en-US" smtClean="0"/>
              <a:t>‹#›</a:t>
            </a:fld>
            <a:endParaRPr lang="en-US"/>
          </a:p>
        </p:txBody>
      </p:sp>
      <p:sp>
        <p:nvSpPr>
          <p:cNvPr id="12" name="Footer Placeholder 11"/>
          <p:cNvSpPr>
            <a:spLocks noGrp="1"/>
          </p:cNvSpPr>
          <p:nvPr>
            <p:ph type="ftr" sz="quarter" idx="17"/>
          </p:nvPr>
        </p:nvSpPr>
        <p:spPr>
          <a:xfrm>
            <a:off x="609603" y="6248208"/>
            <a:ext cx="5421083" cy="365125"/>
          </a:xfrm>
          <a:prstGeom prst="rect">
            <a:avLst/>
          </a:prstGeom>
        </p:spPr>
        <p:txBody>
          <a:bodyPr rtlCol="0"/>
          <a:lstStyle/>
          <a:p>
            <a:endParaRPr lang="en-US"/>
          </a:p>
        </p:txBody>
      </p:sp>
    </p:spTree>
    <p:extLst>
      <p:ext uri="{BB962C8B-B14F-4D97-AF65-F5344CB8AC3E}">
        <p14:creationId xmlns:p14="http://schemas.microsoft.com/office/powerpoint/2010/main" val="5564100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7"/>
            <a:ext cx="7620000" cy="1143000"/>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457200" y="1600200"/>
            <a:ext cx="7620000" cy="48006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rot="16200000">
            <a:off x="7551353" y="1645920"/>
            <a:ext cx="2438399" cy="365760"/>
          </a:xfrm>
          <a:prstGeom prst="rect">
            <a:avLst/>
          </a:prstGeom>
        </p:spPr>
        <p:txBody>
          <a:bodyPr/>
          <a:lstStyle/>
          <a:p>
            <a:pPr eaLnBrk="1" latinLnBrk="0" hangingPunct="1"/>
            <a:endParaRPr lang="en-US" dirty="0"/>
          </a:p>
        </p:txBody>
      </p:sp>
      <p:sp>
        <p:nvSpPr>
          <p:cNvPr id="5" name="Footer Placeholder 4"/>
          <p:cNvSpPr>
            <a:spLocks noGrp="1"/>
          </p:cNvSpPr>
          <p:nvPr>
            <p:ph type="ftr" sz="quarter" idx="11"/>
          </p:nvPr>
        </p:nvSpPr>
        <p:spPr>
          <a:xfrm rot="16200000">
            <a:off x="7586912" y="4048760"/>
            <a:ext cx="2367281" cy="365760"/>
          </a:xfrm>
          <a:prstGeom prst="rect">
            <a:avLst/>
          </a:prstGeom>
        </p:spPr>
        <p:txBody>
          <a:bodyPr/>
          <a:lstStyle/>
          <a:p>
            <a:endParaRPr kumimoji="0" lang="en-US"/>
          </a:p>
        </p:txBody>
      </p:sp>
      <p:sp>
        <p:nvSpPr>
          <p:cNvPr id="6" name="Slide Number Placeholder 5"/>
          <p:cNvSpPr>
            <a:spLocks noGrp="1"/>
          </p:cNvSpPr>
          <p:nvPr>
            <p:ph type="sldNum" sz="quarter" idx="12"/>
          </p:nvPr>
        </p:nvSpPr>
        <p:spPr>
          <a:xfrm>
            <a:off x="8531788" y="5648960"/>
            <a:ext cx="548640" cy="396240"/>
          </a:xfrm>
          <a:prstGeom prst="bracketPair">
            <a:avLst>
              <a:gd name="adj" fmla="val 17949"/>
            </a:avLst>
          </a:prstGeom>
        </p:spPr>
        <p:txBody>
          <a:bodyPr/>
          <a:lstStyle/>
          <a:p>
            <a:fld id="{F0C94032-CD4C-4C25-B0C2-CEC720522D92}" type="slidenum">
              <a:rPr kumimoji="0" lang="en-US" smtClean="0"/>
              <a:pPr eaLnBrk="1" latinLnBrk="0" hangingPunct="1"/>
              <a:t>‹#›</a:t>
            </a:fld>
            <a:endParaRPr kumimoji="0" lang="en-US" dirty="0">
              <a:solidFill>
                <a:srgbClr val="FFFFFF"/>
              </a:solidFill>
            </a:endParaRPr>
          </a:p>
        </p:txBody>
      </p:sp>
    </p:spTree>
    <p:extLst>
      <p:ext uri="{BB962C8B-B14F-4D97-AF65-F5344CB8AC3E}">
        <p14:creationId xmlns:p14="http://schemas.microsoft.com/office/powerpoint/2010/main" val="30516808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4_Title and Content">
    <p:spTree>
      <p:nvGrpSpPr>
        <p:cNvPr id="1" name=""/>
        <p:cNvGrpSpPr/>
        <p:nvPr/>
      </p:nvGrpSpPr>
      <p:grpSpPr>
        <a:xfrm>
          <a:off x="0" y="0"/>
          <a:ext cx="0" cy="0"/>
          <a:chOff x="0" y="0"/>
          <a:chExt cx="0" cy="0"/>
        </a:xfrm>
      </p:grpSpPr>
      <p:sp>
        <p:nvSpPr>
          <p:cNvPr id="7" name="Rectangle 6"/>
          <p:cNvSpPr/>
          <p:nvPr/>
        </p:nvSpPr>
        <p:spPr>
          <a:xfrm>
            <a:off x="8210550" y="282574"/>
            <a:ext cx="642097"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98474" y="484094"/>
            <a:ext cx="7556313" cy="1116106"/>
          </a:xfrm>
          <a:prstGeom prst="rect">
            <a:avLst/>
          </a:prstGeom>
        </p:spPr>
        <p:txBody>
          <a:bodyPr/>
          <a:lstStyle/>
          <a:p>
            <a:r>
              <a:rPr lang="en-US"/>
              <a:t>Click to edit Master title style</a:t>
            </a:r>
            <a:endParaRPr/>
          </a:p>
        </p:txBody>
      </p:sp>
      <p:sp>
        <p:nvSpPr>
          <p:cNvPr id="3" name="Content Placeholder 2"/>
          <p:cNvSpPr>
            <a:spLocks noGrp="1"/>
          </p:cNvSpPr>
          <p:nvPr>
            <p:ph idx="1"/>
          </p:nvPr>
        </p:nvSpPr>
        <p:spPr>
          <a:xfrm>
            <a:off x="498474" y="1981200"/>
            <a:ext cx="7556313" cy="4144963"/>
          </a:xfrm>
          <a:prstGeom prst="rect">
            <a:avLst/>
          </a:prstGeo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a:xfrm>
            <a:off x="6795247" y="6423585"/>
            <a:ext cx="2133600" cy="365125"/>
          </a:xfrm>
          <a:prstGeom prst="rect">
            <a:avLst/>
          </a:prstGeom>
        </p:spPr>
        <p:txBody>
          <a:bodyPr/>
          <a:lstStyle/>
          <a:p>
            <a:pPr eaLnBrk="1" latinLnBrk="0" hangingPunct="1"/>
            <a:endParaRPr lang="en-US" dirty="0"/>
          </a:p>
        </p:txBody>
      </p:sp>
      <p:sp>
        <p:nvSpPr>
          <p:cNvPr id="5" name="Footer Placeholder 4"/>
          <p:cNvSpPr>
            <a:spLocks noGrp="1"/>
          </p:cNvSpPr>
          <p:nvPr>
            <p:ph type="ftr" sz="quarter" idx="11"/>
          </p:nvPr>
        </p:nvSpPr>
        <p:spPr>
          <a:xfrm>
            <a:off x="201706" y="6423585"/>
            <a:ext cx="6122894" cy="365125"/>
          </a:xfrm>
          <a:prstGeom prst="rect">
            <a:avLst/>
          </a:prstGeom>
        </p:spPr>
        <p:txBody>
          <a:bodyPr/>
          <a:lstStyle/>
          <a:p>
            <a:endParaRPr kumimoji="0" lang="en-US"/>
          </a:p>
        </p:txBody>
      </p:sp>
      <p:sp>
        <p:nvSpPr>
          <p:cNvPr id="6" name="Slide Number Placeholder 5"/>
          <p:cNvSpPr>
            <a:spLocks noGrp="1"/>
          </p:cNvSpPr>
          <p:nvPr>
            <p:ph type="sldNum" sz="quarter" idx="12"/>
          </p:nvPr>
        </p:nvSpPr>
        <p:spPr>
          <a:xfrm>
            <a:off x="8305800" y="242234"/>
            <a:ext cx="554038" cy="365125"/>
          </a:xfrm>
          <a:prstGeom prst="rect">
            <a:avLst/>
          </a:prstGeom>
        </p:spPr>
        <p:txBody>
          <a:bodyPr/>
          <a:lstStyle/>
          <a:p>
            <a:fld id="{F0C94032-CD4C-4C25-B0C2-CEC720522D92}" type="slidenum">
              <a:rPr kumimoji="0" lang="en-US" smtClean="0"/>
              <a:pPr eaLnBrk="1" latinLnBrk="0" hangingPunct="1"/>
              <a:t>‹#›</a:t>
            </a:fld>
            <a:endParaRPr kumimoji="0" lang="en-US" dirty="0">
              <a:solidFill>
                <a:srgbClr val="FFFFFF"/>
              </a:solidFill>
            </a:endParaRPr>
          </a:p>
        </p:txBody>
      </p:sp>
      <p:sp>
        <p:nvSpPr>
          <p:cNvPr id="9" name="TextBox 8"/>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10" name="Rectangle 9"/>
          <p:cNvSpPr/>
          <p:nvPr/>
        </p:nvSpPr>
        <p:spPr>
          <a:xfrm>
            <a:off x="8068235" y="282574"/>
            <a:ext cx="91440" cy="16002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32757770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5_Title and Content">
    <p:spTree>
      <p:nvGrpSpPr>
        <p:cNvPr id="1" name=""/>
        <p:cNvGrpSpPr/>
        <p:nvPr/>
      </p:nvGrpSpPr>
      <p:grpSpPr>
        <a:xfrm>
          <a:off x="0" y="0"/>
          <a:ext cx="0" cy="0"/>
          <a:chOff x="0" y="0"/>
          <a:chExt cx="0" cy="0"/>
        </a:xfrm>
      </p:grpSpPr>
      <p:sp>
        <p:nvSpPr>
          <p:cNvPr id="7" name="Rectangle 6"/>
          <p:cNvSpPr/>
          <p:nvPr/>
        </p:nvSpPr>
        <p:spPr>
          <a:xfrm>
            <a:off x="8210550" y="282574"/>
            <a:ext cx="642097"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98474" y="484094"/>
            <a:ext cx="7556313" cy="1116106"/>
          </a:xfrm>
          <a:prstGeom prst="rect">
            <a:avLst/>
          </a:prstGeom>
        </p:spPr>
        <p:txBody>
          <a:bodyPr/>
          <a:lstStyle/>
          <a:p>
            <a:r>
              <a:rPr lang="en-US"/>
              <a:t>Click to edit Master title style</a:t>
            </a:r>
            <a:endParaRPr/>
          </a:p>
        </p:txBody>
      </p:sp>
      <p:sp>
        <p:nvSpPr>
          <p:cNvPr id="3" name="Content Placeholder 2"/>
          <p:cNvSpPr>
            <a:spLocks noGrp="1"/>
          </p:cNvSpPr>
          <p:nvPr>
            <p:ph idx="1"/>
          </p:nvPr>
        </p:nvSpPr>
        <p:spPr>
          <a:xfrm>
            <a:off x="498474" y="1981200"/>
            <a:ext cx="7556313" cy="4144963"/>
          </a:xfrm>
          <a:prstGeom prst="rect">
            <a:avLst/>
          </a:prstGeo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a:xfrm>
            <a:off x="6795247" y="6423585"/>
            <a:ext cx="2133600" cy="365125"/>
          </a:xfrm>
          <a:prstGeom prst="rect">
            <a:avLst/>
          </a:prstGeom>
        </p:spPr>
        <p:txBody>
          <a:bodyPr/>
          <a:lstStyle/>
          <a:p>
            <a:pPr eaLnBrk="1" latinLnBrk="0" hangingPunct="1"/>
            <a:endParaRPr lang="en-US" dirty="0"/>
          </a:p>
        </p:txBody>
      </p:sp>
      <p:sp>
        <p:nvSpPr>
          <p:cNvPr id="5" name="Footer Placeholder 4"/>
          <p:cNvSpPr>
            <a:spLocks noGrp="1"/>
          </p:cNvSpPr>
          <p:nvPr>
            <p:ph type="ftr" sz="quarter" idx="11"/>
          </p:nvPr>
        </p:nvSpPr>
        <p:spPr>
          <a:xfrm>
            <a:off x="201706" y="6423585"/>
            <a:ext cx="6122894" cy="365125"/>
          </a:xfrm>
          <a:prstGeom prst="rect">
            <a:avLst/>
          </a:prstGeom>
        </p:spPr>
        <p:txBody>
          <a:bodyPr/>
          <a:lstStyle/>
          <a:p>
            <a:endParaRPr kumimoji="0" lang="en-US"/>
          </a:p>
        </p:txBody>
      </p:sp>
      <p:sp>
        <p:nvSpPr>
          <p:cNvPr id="6" name="Slide Number Placeholder 5"/>
          <p:cNvSpPr>
            <a:spLocks noGrp="1"/>
          </p:cNvSpPr>
          <p:nvPr>
            <p:ph type="sldNum" sz="quarter" idx="12"/>
          </p:nvPr>
        </p:nvSpPr>
        <p:spPr>
          <a:xfrm>
            <a:off x="8305800" y="242234"/>
            <a:ext cx="554038" cy="365125"/>
          </a:xfrm>
          <a:prstGeom prst="rect">
            <a:avLst/>
          </a:prstGeom>
        </p:spPr>
        <p:txBody>
          <a:bodyPr/>
          <a:lstStyle/>
          <a:p>
            <a:fld id="{F0C94032-CD4C-4C25-B0C2-CEC720522D92}" type="slidenum">
              <a:rPr kumimoji="0" lang="en-US" smtClean="0"/>
              <a:pPr eaLnBrk="1" latinLnBrk="0" hangingPunct="1"/>
              <a:t>‹#›</a:t>
            </a:fld>
            <a:endParaRPr kumimoji="0" lang="en-US" dirty="0">
              <a:solidFill>
                <a:srgbClr val="FFFFFF"/>
              </a:solidFill>
            </a:endParaRPr>
          </a:p>
        </p:txBody>
      </p:sp>
      <p:sp>
        <p:nvSpPr>
          <p:cNvPr id="9" name="TextBox 8"/>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10" name="Rectangle 9"/>
          <p:cNvSpPr/>
          <p:nvPr/>
        </p:nvSpPr>
        <p:spPr>
          <a:xfrm>
            <a:off x="8068235" y="282574"/>
            <a:ext cx="91440" cy="16002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32757770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6_Title and Content">
    <p:spTree>
      <p:nvGrpSpPr>
        <p:cNvPr id="1" name=""/>
        <p:cNvGrpSpPr/>
        <p:nvPr/>
      </p:nvGrpSpPr>
      <p:grpSpPr>
        <a:xfrm>
          <a:off x="0" y="0"/>
          <a:ext cx="0" cy="0"/>
          <a:chOff x="0" y="0"/>
          <a:chExt cx="0" cy="0"/>
        </a:xfrm>
      </p:grpSpPr>
      <p:sp>
        <p:nvSpPr>
          <p:cNvPr id="7" name="Rectangle 6"/>
          <p:cNvSpPr/>
          <p:nvPr/>
        </p:nvSpPr>
        <p:spPr>
          <a:xfrm>
            <a:off x="8210550" y="282574"/>
            <a:ext cx="642097"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98474" y="484094"/>
            <a:ext cx="7556313" cy="1116106"/>
          </a:xfrm>
          <a:prstGeom prst="rect">
            <a:avLst/>
          </a:prstGeom>
        </p:spPr>
        <p:txBody>
          <a:bodyPr/>
          <a:lstStyle/>
          <a:p>
            <a:r>
              <a:rPr lang="en-US"/>
              <a:t>Click to edit Master title style</a:t>
            </a:r>
            <a:endParaRPr/>
          </a:p>
        </p:txBody>
      </p:sp>
      <p:sp>
        <p:nvSpPr>
          <p:cNvPr id="3" name="Content Placeholder 2"/>
          <p:cNvSpPr>
            <a:spLocks noGrp="1"/>
          </p:cNvSpPr>
          <p:nvPr>
            <p:ph idx="1"/>
          </p:nvPr>
        </p:nvSpPr>
        <p:spPr>
          <a:xfrm>
            <a:off x="498474" y="1981200"/>
            <a:ext cx="7556313" cy="4144963"/>
          </a:xfrm>
          <a:prstGeom prst="rect">
            <a:avLst/>
          </a:prstGeo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a:xfrm>
            <a:off x="6795247" y="6423585"/>
            <a:ext cx="2133600" cy="365125"/>
          </a:xfrm>
          <a:prstGeom prst="rect">
            <a:avLst/>
          </a:prstGeom>
        </p:spPr>
        <p:txBody>
          <a:bodyPr/>
          <a:lstStyle/>
          <a:p>
            <a:pPr eaLnBrk="1" latinLnBrk="0" hangingPunct="1"/>
            <a:endParaRPr lang="en-US" dirty="0"/>
          </a:p>
        </p:txBody>
      </p:sp>
      <p:sp>
        <p:nvSpPr>
          <p:cNvPr id="5" name="Footer Placeholder 4"/>
          <p:cNvSpPr>
            <a:spLocks noGrp="1"/>
          </p:cNvSpPr>
          <p:nvPr>
            <p:ph type="ftr" sz="quarter" idx="11"/>
          </p:nvPr>
        </p:nvSpPr>
        <p:spPr>
          <a:xfrm>
            <a:off x="201706" y="6423585"/>
            <a:ext cx="6122894" cy="365125"/>
          </a:xfrm>
          <a:prstGeom prst="rect">
            <a:avLst/>
          </a:prstGeom>
        </p:spPr>
        <p:txBody>
          <a:bodyPr/>
          <a:lstStyle/>
          <a:p>
            <a:endParaRPr kumimoji="0" lang="en-US"/>
          </a:p>
        </p:txBody>
      </p:sp>
      <p:sp>
        <p:nvSpPr>
          <p:cNvPr id="6" name="Slide Number Placeholder 5"/>
          <p:cNvSpPr>
            <a:spLocks noGrp="1"/>
          </p:cNvSpPr>
          <p:nvPr>
            <p:ph type="sldNum" sz="quarter" idx="12"/>
          </p:nvPr>
        </p:nvSpPr>
        <p:spPr>
          <a:xfrm>
            <a:off x="8305800" y="242234"/>
            <a:ext cx="554038" cy="365125"/>
          </a:xfrm>
          <a:prstGeom prst="rect">
            <a:avLst/>
          </a:prstGeom>
        </p:spPr>
        <p:txBody>
          <a:bodyPr/>
          <a:lstStyle/>
          <a:p>
            <a:fld id="{F0C94032-CD4C-4C25-B0C2-CEC720522D92}" type="slidenum">
              <a:rPr kumimoji="0" lang="en-US" smtClean="0"/>
              <a:pPr eaLnBrk="1" latinLnBrk="0" hangingPunct="1"/>
              <a:t>‹#›</a:t>
            </a:fld>
            <a:endParaRPr kumimoji="0" lang="en-US" dirty="0">
              <a:solidFill>
                <a:srgbClr val="FFFFFF"/>
              </a:solidFill>
            </a:endParaRPr>
          </a:p>
        </p:txBody>
      </p:sp>
      <p:sp>
        <p:nvSpPr>
          <p:cNvPr id="9" name="TextBox 8"/>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10" name="Rectangle 9"/>
          <p:cNvSpPr/>
          <p:nvPr/>
        </p:nvSpPr>
        <p:spPr>
          <a:xfrm>
            <a:off x="8068235" y="282574"/>
            <a:ext cx="91440" cy="16002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32757770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7_Title and Content">
    <p:spTree>
      <p:nvGrpSpPr>
        <p:cNvPr id="1" name=""/>
        <p:cNvGrpSpPr/>
        <p:nvPr/>
      </p:nvGrpSpPr>
      <p:grpSpPr>
        <a:xfrm>
          <a:off x="0" y="0"/>
          <a:ext cx="0" cy="0"/>
          <a:chOff x="0" y="0"/>
          <a:chExt cx="0" cy="0"/>
        </a:xfrm>
      </p:grpSpPr>
      <p:sp>
        <p:nvSpPr>
          <p:cNvPr id="7" name="Rectangle 6"/>
          <p:cNvSpPr/>
          <p:nvPr/>
        </p:nvSpPr>
        <p:spPr>
          <a:xfrm>
            <a:off x="8210550" y="282574"/>
            <a:ext cx="642097"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98474" y="484094"/>
            <a:ext cx="7556313" cy="1116106"/>
          </a:xfrm>
          <a:prstGeom prst="rect">
            <a:avLst/>
          </a:prstGeom>
        </p:spPr>
        <p:txBody>
          <a:bodyPr/>
          <a:lstStyle/>
          <a:p>
            <a:r>
              <a:rPr lang="en-US"/>
              <a:t>Click to edit Master title style</a:t>
            </a:r>
            <a:endParaRPr/>
          </a:p>
        </p:txBody>
      </p:sp>
      <p:sp>
        <p:nvSpPr>
          <p:cNvPr id="3" name="Content Placeholder 2"/>
          <p:cNvSpPr>
            <a:spLocks noGrp="1"/>
          </p:cNvSpPr>
          <p:nvPr>
            <p:ph idx="1"/>
          </p:nvPr>
        </p:nvSpPr>
        <p:spPr>
          <a:xfrm>
            <a:off x="498474" y="1981200"/>
            <a:ext cx="7556313" cy="4144963"/>
          </a:xfrm>
          <a:prstGeom prst="rect">
            <a:avLst/>
          </a:prstGeo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a:xfrm>
            <a:off x="6795247" y="6423585"/>
            <a:ext cx="2133600" cy="365125"/>
          </a:xfrm>
          <a:prstGeom prst="rect">
            <a:avLst/>
          </a:prstGeom>
        </p:spPr>
        <p:txBody>
          <a:bodyPr/>
          <a:lstStyle/>
          <a:p>
            <a:pPr eaLnBrk="1" latinLnBrk="0" hangingPunct="1"/>
            <a:endParaRPr lang="en-US" dirty="0"/>
          </a:p>
        </p:txBody>
      </p:sp>
      <p:sp>
        <p:nvSpPr>
          <p:cNvPr id="5" name="Footer Placeholder 4"/>
          <p:cNvSpPr>
            <a:spLocks noGrp="1"/>
          </p:cNvSpPr>
          <p:nvPr>
            <p:ph type="ftr" sz="quarter" idx="11"/>
          </p:nvPr>
        </p:nvSpPr>
        <p:spPr>
          <a:xfrm>
            <a:off x="201706" y="6423585"/>
            <a:ext cx="6122894" cy="365125"/>
          </a:xfrm>
          <a:prstGeom prst="rect">
            <a:avLst/>
          </a:prstGeom>
        </p:spPr>
        <p:txBody>
          <a:bodyPr/>
          <a:lstStyle/>
          <a:p>
            <a:endParaRPr kumimoji="0" lang="en-US"/>
          </a:p>
        </p:txBody>
      </p:sp>
      <p:sp>
        <p:nvSpPr>
          <p:cNvPr id="6" name="Slide Number Placeholder 5"/>
          <p:cNvSpPr>
            <a:spLocks noGrp="1"/>
          </p:cNvSpPr>
          <p:nvPr>
            <p:ph type="sldNum" sz="quarter" idx="12"/>
          </p:nvPr>
        </p:nvSpPr>
        <p:spPr>
          <a:xfrm>
            <a:off x="8305800" y="242234"/>
            <a:ext cx="554038" cy="365125"/>
          </a:xfrm>
          <a:prstGeom prst="rect">
            <a:avLst/>
          </a:prstGeom>
        </p:spPr>
        <p:txBody>
          <a:bodyPr/>
          <a:lstStyle/>
          <a:p>
            <a:fld id="{F0C94032-CD4C-4C25-B0C2-CEC720522D92}" type="slidenum">
              <a:rPr kumimoji="0" lang="en-US" smtClean="0"/>
              <a:pPr eaLnBrk="1" latinLnBrk="0" hangingPunct="1"/>
              <a:t>‹#›</a:t>
            </a:fld>
            <a:endParaRPr kumimoji="0" lang="en-US" dirty="0">
              <a:solidFill>
                <a:srgbClr val="FFFFFF"/>
              </a:solidFill>
            </a:endParaRPr>
          </a:p>
        </p:txBody>
      </p:sp>
      <p:sp>
        <p:nvSpPr>
          <p:cNvPr id="9" name="TextBox 8"/>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10" name="Rectangle 9"/>
          <p:cNvSpPr/>
          <p:nvPr/>
        </p:nvSpPr>
        <p:spPr>
          <a:xfrm>
            <a:off x="8068235" y="282574"/>
            <a:ext cx="91440" cy="16002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32757770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8_Title and Content">
    <p:spTree>
      <p:nvGrpSpPr>
        <p:cNvPr id="1" name=""/>
        <p:cNvGrpSpPr/>
        <p:nvPr/>
      </p:nvGrpSpPr>
      <p:grpSpPr>
        <a:xfrm>
          <a:off x="0" y="0"/>
          <a:ext cx="0" cy="0"/>
          <a:chOff x="0" y="0"/>
          <a:chExt cx="0" cy="0"/>
        </a:xfrm>
      </p:grpSpPr>
      <p:sp>
        <p:nvSpPr>
          <p:cNvPr id="7" name="Rectangle 6"/>
          <p:cNvSpPr/>
          <p:nvPr/>
        </p:nvSpPr>
        <p:spPr>
          <a:xfrm>
            <a:off x="8210550" y="282574"/>
            <a:ext cx="642097"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98474" y="484094"/>
            <a:ext cx="7556313" cy="1116106"/>
          </a:xfrm>
          <a:prstGeom prst="rect">
            <a:avLst/>
          </a:prstGeom>
        </p:spPr>
        <p:txBody>
          <a:bodyPr/>
          <a:lstStyle/>
          <a:p>
            <a:r>
              <a:rPr lang="en-US"/>
              <a:t>Click to edit Master title style</a:t>
            </a:r>
            <a:endParaRPr/>
          </a:p>
        </p:txBody>
      </p:sp>
      <p:sp>
        <p:nvSpPr>
          <p:cNvPr id="3" name="Content Placeholder 2"/>
          <p:cNvSpPr>
            <a:spLocks noGrp="1"/>
          </p:cNvSpPr>
          <p:nvPr>
            <p:ph idx="1"/>
          </p:nvPr>
        </p:nvSpPr>
        <p:spPr>
          <a:xfrm>
            <a:off x="498474" y="1981200"/>
            <a:ext cx="7556313" cy="4144963"/>
          </a:xfrm>
          <a:prstGeom prst="rect">
            <a:avLst/>
          </a:prstGeo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a:xfrm>
            <a:off x="6795247" y="6423585"/>
            <a:ext cx="2133600" cy="365125"/>
          </a:xfrm>
          <a:prstGeom prst="rect">
            <a:avLst/>
          </a:prstGeom>
        </p:spPr>
        <p:txBody>
          <a:bodyPr/>
          <a:lstStyle/>
          <a:p>
            <a:pPr eaLnBrk="1" latinLnBrk="0" hangingPunct="1"/>
            <a:endParaRPr lang="en-US" dirty="0"/>
          </a:p>
        </p:txBody>
      </p:sp>
      <p:sp>
        <p:nvSpPr>
          <p:cNvPr id="5" name="Footer Placeholder 4"/>
          <p:cNvSpPr>
            <a:spLocks noGrp="1"/>
          </p:cNvSpPr>
          <p:nvPr>
            <p:ph type="ftr" sz="quarter" idx="11"/>
          </p:nvPr>
        </p:nvSpPr>
        <p:spPr>
          <a:xfrm>
            <a:off x="201706" y="6423585"/>
            <a:ext cx="6122894" cy="365125"/>
          </a:xfrm>
          <a:prstGeom prst="rect">
            <a:avLst/>
          </a:prstGeom>
        </p:spPr>
        <p:txBody>
          <a:bodyPr/>
          <a:lstStyle/>
          <a:p>
            <a:endParaRPr kumimoji="0" lang="en-US"/>
          </a:p>
        </p:txBody>
      </p:sp>
      <p:sp>
        <p:nvSpPr>
          <p:cNvPr id="6" name="Slide Number Placeholder 5"/>
          <p:cNvSpPr>
            <a:spLocks noGrp="1"/>
          </p:cNvSpPr>
          <p:nvPr>
            <p:ph type="sldNum" sz="quarter" idx="12"/>
          </p:nvPr>
        </p:nvSpPr>
        <p:spPr>
          <a:xfrm>
            <a:off x="8305800" y="242234"/>
            <a:ext cx="554038" cy="365125"/>
          </a:xfrm>
          <a:prstGeom prst="rect">
            <a:avLst/>
          </a:prstGeom>
        </p:spPr>
        <p:txBody>
          <a:bodyPr/>
          <a:lstStyle/>
          <a:p>
            <a:fld id="{F0C94032-CD4C-4C25-B0C2-CEC720522D92}" type="slidenum">
              <a:rPr kumimoji="0" lang="en-US" smtClean="0"/>
              <a:pPr eaLnBrk="1" latinLnBrk="0" hangingPunct="1"/>
              <a:t>‹#›</a:t>
            </a:fld>
            <a:endParaRPr kumimoji="0" lang="en-US" dirty="0">
              <a:solidFill>
                <a:srgbClr val="FFFFFF"/>
              </a:solidFill>
            </a:endParaRPr>
          </a:p>
        </p:txBody>
      </p:sp>
      <p:sp>
        <p:nvSpPr>
          <p:cNvPr id="9" name="TextBox 8"/>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10" name="Rectangle 9"/>
          <p:cNvSpPr/>
          <p:nvPr/>
        </p:nvSpPr>
        <p:spPr>
          <a:xfrm>
            <a:off x="8068235" y="282574"/>
            <a:ext cx="91440" cy="16002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32757770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9_Title and Content">
    <p:spTree>
      <p:nvGrpSpPr>
        <p:cNvPr id="1" name=""/>
        <p:cNvGrpSpPr/>
        <p:nvPr/>
      </p:nvGrpSpPr>
      <p:grpSpPr>
        <a:xfrm>
          <a:off x="0" y="0"/>
          <a:ext cx="0" cy="0"/>
          <a:chOff x="0" y="0"/>
          <a:chExt cx="0" cy="0"/>
        </a:xfrm>
      </p:grpSpPr>
      <p:sp>
        <p:nvSpPr>
          <p:cNvPr id="7" name="Rectangle 6"/>
          <p:cNvSpPr/>
          <p:nvPr/>
        </p:nvSpPr>
        <p:spPr>
          <a:xfrm>
            <a:off x="8210550" y="282574"/>
            <a:ext cx="642097"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98474" y="484094"/>
            <a:ext cx="7556313" cy="1116106"/>
          </a:xfrm>
          <a:prstGeom prst="rect">
            <a:avLst/>
          </a:prstGeom>
        </p:spPr>
        <p:txBody>
          <a:bodyPr/>
          <a:lstStyle/>
          <a:p>
            <a:r>
              <a:rPr lang="en-US"/>
              <a:t>Click to edit Master title style</a:t>
            </a:r>
            <a:endParaRPr/>
          </a:p>
        </p:txBody>
      </p:sp>
      <p:sp>
        <p:nvSpPr>
          <p:cNvPr id="3" name="Content Placeholder 2"/>
          <p:cNvSpPr>
            <a:spLocks noGrp="1"/>
          </p:cNvSpPr>
          <p:nvPr>
            <p:ph idx="1"/>
          </p:nvPr>
        </p:nvSpPr>
        <p:spPr>
          <a:xfrm>
            <a:off x="498474" y="1981200"/>
            <a:ext cx="7556313" cy="4144963"/>
          </a:xfrm>
          <a:prstGeom prst="rect">
            <a:avLst/>
          </a:prstGeo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a:xfrm>
            <a:off x="6795247" y="6423585"/>
            <a:ext cx="2133600" cy="365125"/>
          </a:xfrm>
          <a:prstGeom prst="rect">
            <a:avLst/>
          </a:prstGeom>
        </p:spPr>
        <p:txBody>
          <a:bodyPr/>
          <a:lstStyle/>
          <a:p>
            <a:pPr eaLnBrk="1" latinLnBrk="0" hangingPunct="1"/>
            <a:endParaRPr lang="en-US" dirty="0"/>
          </a:p>
        </p:txBody>
      </p:sp>
      <p:sp>
        <p:nvSpPr>
          <p:cNvPr id="5" name="Footer Placeholder 4"/>
          <p:cNvSpPr>
            <a:spLocks noGrp="1"/>
          </p:cNvSpPr>
          <p:nvPr>
            <p:ph type="ftr" sz="quarter" idx="11"/>
          </p:nvPr>
        </p:nvSpPr>
        <p:spPr>
          <a:xfrm>
            <a:off x="201706" y="6423585"/>
            <a:ext cx="6122894" cy="365125"/>
          </a:xfrm>
          <a:prstGeom prst="rect">
            <a:avLst/>
          </a:prstGeom>
        </p:spPr>
        <p:txBody>
          <a:bodyPr/>
          <a:lstStyle/>
          <a:p>
            <a:endParaRPr kumimoji="0" lang="en-US"/>
          </a:p>
        </p:txBody>
      </p:sp>
      <p:sp>
        <p:nvSpPr>
          <p:cNvPr id="6" name="Slide Number Placeholder 5"/>
          <p:cNvSpPr>
            <a:spLocks noGrp="1"/>
          </p:cNvSpPr>
          <p:nvPr>
            <p:ph type="sldNum" sz="quarter" idx="12"/>
          </p:nvPr>
        </p:nvSpPr>
        <p:spPr>
          <a:xfrm>
            <a:off x="8305800" y="242234"/>
            <a:ext cx="554038" cy="365125"/>
          </a:xfrm>
          <a:prstGeom prst="rect">
            <a:avLst/>
          </a:prstGeom>
        </p:spPr>
        <p:txBody>
          <a:bodyPr/>
          <a:lstStyle/>
          <a:p>
            <a:fld id="{F0C94032-CD4C-4C25-B0C2-CEC720522D92}" type="slidenum">
              <a:rPr kumimoji="0" lang="en-US" smtClean="0"/>
              <a:pPr eaLnBrk="1" latinLnBrk="0" hangingPunct="1"/>
              <a:t>‹#›</a:t>
            </a:fld>
            <a:endParaRPr kumimoji="0" lang="en-US" dirty="0">
              <a:solidFill>
                <a:srgbClr val="FFFFFF"/>
              </a:solidFill>
            </a:endParaRPr>
          </a:p>
        </p:txBody>
      </p:sp>
      <p:sp>
        <p:nvSpPr>
          <p:cNvPr id="9" name="TextBox 8"/>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10" name="Rectangle 9"/>
          <p:cNvSpPr/>
          <p:nvPr/>
        </p:nvSpPr>
        <p:spPr>
          <a:xfrm>
            <a:off x="8068235" y="282574"/>
            <a:ext cx="91440" cy="16002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32757770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10_Title and Content">
    <p:spTree>
      <p:nvGrpSpPr>
        <p:cNvPr id="1" name=""/>
        <p:cNvGrpSpPr/>
        <p:nvPr/>
      </p:nvGrpSpPr>
      <p:grpSpPr>
        <a:xfrm>
          <a:off x="0" y="0"/>
          <a:ext cx="0" cy="0"/>
          <a:chOff x="0" y="0"/>
          <a:chExt cx="0" cy="0"/>
        </a:xfrm>
      </p:grpSpPr>
      <p:sp>
        <p:nvSpPr>
          <p:cNvPr id="7" name="Rectangle 6"/>
          <p:cNvSpPr/>
          <p:nvPr/>
        </p:nvSpPr>
        <p:spPr>
          <a:xfrm>
            <a:off x="8210550" y="282574"/>
            <a:ext cx="642097"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98474" y="484094"/>
            <a:ext cx="7556313" cy="1116106"/>
          </a:xfrm>
          <a:prstGeom prst="rect">
            <a:avLst/>
          </a:prstGeom>
        </p:spPr>
        <p:txBody>
          <a:bodyPr/>
          <a:lstStyle/>
          <a:p>
            <a:r>
              <a:rPr lang="en-US"/>
              <a:t>Click to edit Master title style</a:t>
            </a:r>
            <a:endParaRPr/>
          </a:p>
        </p:txBody>
      </p:sp>
      <p:sp>
        <p:nvSpPr>
          <p:cNvPr id="3" name="Content Placeholder 2"/>
          <p:cNvSpPr>
            <a:spLocks noGrp="1"/>
          </p:cNvSpPr>
          <p:nvPr>
            <p:ph idx="1"/>
          </p:nvPr>
        </p:nvSpPr>
        <p:spPr>
          <a:xfrm>
            <a:off x="498474" y="1981200"/>
            <a:ext cx="7556313" cy="4144963"/>
          </a:xfrm>
          <a:prstGeom prst="rect">
            <a:avLst/>
          </a:prstGeo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a:xfrm>
            <a:off x="6795247" y="6423585"/>
            <a:ext cx="2133600" cy="365125"/>
          </a:xfrm>
          <a:prstGeom prst="rect">
            <a:avLst/>
          </a:prstGeom>
        </p:spPr>
        <p:txBody>
          <a:bodyPr/>
          <a:lstStyle/>
          <a:p>
            <a:pPr eaLnBrk="1" latinLnBrk="0" hangingPunct="1"/>
            <a:endParaRPr lang="en-US" dirty="0"/>
          </a:p>
        </p:txBody>
      </p:sp>
      <p:sp>
        <p:nvSpPr>
          <p:cNvPr id="5" name="Footer Placeholder 4"/>
          <p:cNvSpPr>
            <a:spLocks noGrp="1"/>
          </p:cNvSpPr>
          <p:nvPr>
            <p:ph type="ftr" sz="quarter" idx="11"/>
          </p:nvPr>
        </p:nvSpPr>
        <p:spPr>
          <a:xfrm>
            <a:off x="201706" y="6423585"/>
            <a:ext cx="6122894" cy="365125"/>
          </a:xfrm>
          <a:prstGeom prst="rect">
            <a:avLst/>
          </a:prstGeom>
        </p:spPr>
        <p:txBody>
          <a:bodyPr/>
          <a:lstStyle/>
          <a:p>
            <a:endParaRPr kumimoji="0" lang="en-US"/>
          </a:p>
        </p:txBody>
      </p:sp>
      <p:sp>
        <p:nvSpPr>
          <p:cNvPr id="6" name="Slide Number Placeholder 5"/>
          <p:cNvSpPr>
            <a:spLocks noGrp="1"/>
          </p:cNvSpPr>
          <p:nvPr>
            <p:ph type="sldNum" sz="quarter" idx="12"/>
          </p:nvPr>
        </p:nvSpPr>
        <p:spPr>
          <a:xfrm>
            <a:off x="8305800" y="242234"/>
            <a:ext cx="554038" cy="365125"/>
          </a:xfrm>
          <a:prstGeom prst="rect">
            <a:avLst/>
          </a:prstGeom>
        </p:spPr>
        <p:txBody>
          <a:bodyPr/>
          <a:lstStyle/>
          <a:p>
            <a:fld id="{F0C94032-CD4C-4C25-B0C2-CEC720522D92}" type="slidenum">
              <a:rPr kumimoji="0" lang="en-US" smtClean="0"/>
              <a:pPr eaLnBrk="1" latinLnBrk="0" hangingPunct="1"/>
              <a:t>‹#›</a:t>
            </a:fld>
            <a:endParaRPr kumimoji="0" lang="en-US" dirty="0">
              <a:solidFill>
                <a:srgbClr val="FFFFFF"/>
              </a:solidFill>
            </a:endParaRPr>
          </a:p>
        </p:txBody>
      </p:sp>
      <p:sp>
        <p:nvSpPr>
          <p:cNvPr id="9" name="TextBox 8"/>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10" name="Rectangle 9"/>
          <p:cNvSpPr/>
          <p:nvPr/>
        </p:nvSpPr>
        <p:spPr>
          <a:xfrm>
            <a:off x="8068235" y="282574"/>
            <a:ext cx="91440" cy="16002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32757770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11_Title and Content">
    <p:spTree>
      <p:nvGrpSpPr>
        <p:cNvPr id="1" name=""/>
        <p:cNvGrpSpPr/>
        <p:nvPr/>
      </p:nvGrpSpPr>
      <p:grpSpPr>
        <a:xfrm>
          <a:off x="0" y="0"/>
          <a:ext cx="0" cy="0"/>
          <a:chOff x="0" y="0"/>
          <a:chExt cx="0" cy="0"/>
        </a:xfrm>
      </p:grpSpPr>
      <p:sp>
        <p:nvSpPr>
          <p:cNvPr id="7" name="Rectangle 6"/>
          <p:cNvSpPr/>
          <p:nvPr/>
        </p:nvSpPr>
        <p:spPr>
          <a:xfrm>
            <a:off x="8210550" y="282574"/>
            <a:ext cx="642097"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98474" y="484094"/>
            <a:ext cx="7556313" cy="1116106"/>
          </a:xfrm>
          <a:prstGeom prst="rect">
            <a:avLst/>
          </a:prstGeom>
        </p:spPr>
        <p:txBody>
          <a:bodyPr/>
          <a:lstStyle/>
          <a:p>
            <a:r>
              <a:rPr lang="en-US"/>
              <a:t>Click to edit Master title style</a:t>
            </a:r>
            <a:endParaRPr/>
          </a:p>
        </p:txBody>
      </p:sp>
      <p:sp>
        <p:nvSpPr>
          <p:cNvPr id="3" name="Content Placeholder 2"/>
          <p:cNvSpPr>
            <a:spLocks noGrp="1"/>
          </p:cNvSpPr>
          <p:nvPr>
            <p:ph idx="1"/>
          </p:nvPr>
        </p:nvSpPr>
        <p:spPr>
          <a:xfrm>
            <a:off x="498474" y="1981200"/>
            <a:ext cx="7556313" cy="4144963"/>
          </a:xfrm>
          <a:prstGeom prst="rect">
            <a:avLst/>
          </a:prstGeo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a:xfrm>
            <a:off x="6795247" y="6423585"/>
            <a:ext cx="2133600" cy="365125"/>
          </a:xfrm>
          <a:prstGeom prst="rect">
            <a:avLst/>
          </a:prstGeom>
        </p:spPr>
        <p:txBody>
          <a:bodyPr/>
          <a:lstStyle/>
          <a:p>
            <a:pPr eaLnBrk="1" latinLnBrk="0" hangingPunct="1"/>
            <a:endParaRPr lang="en-US" dirty="0"/>
          </a:p>
        </p:txBody>
      </p:sp>
      <p:sp>
        <p:nvSpPr>
          <p:cNvPr id="5" name="Footer Placeholder 4"/>
          <p:cNvSpPr>
            <a:spLocks noGrp="1"/>
          </p:cNvSpPr>
          <p:nvPr>
            <p:ph type="ftr" sz="quarter" idx="11"/>
          </p:nvPr>
        </p:nvSpPr>
        <p:spPr>
          <a:xfrm>
            <a:off x="201706" y="6423585"/>
            <a:ext cx="6122894" cy="365125"/>
          </a:xfrm>
          <a:prstGeom prst="rect">
            <a:avLst/>
          </a:prstGeom>
        </p:spPr>
        <p:txBody>
          <a:bodyPr/>
          <a:lstStyle/>
          <a:p>
            <a:endParaRPr kumimoji="0" lang="en-US"/>
          </a:p>
        </p:txBody>
      </p:sp>
      <p:sp>
        <p:nvSpPr>
          <p:cNvPr id="6" name="Slide Number Placeholder 5"/>
          <p:cNvSpPr>
            <a:spLocks noGrp="1"/>
          </p:cNvSpPr>
          <p:nvPr>
            <p:ph type="sldNum" sz="quarter" idx="12"/>
          </p:nvPr>
        </p:nvSpPr>
        <p:spPr>
          <a:xfrm>
            <a:off x="8305800" y="242234"/>
            <a:ext cx="554038" cy="365125"/>
          </a:xfrm>
          <a:prstGeom prst="rect">
            <a:avLst/>
          </a:prstGeom>
        </p:spPr>
        <p:txBody>
          <a:bodyPr/>
          <a:lstStyle/>
          <a:p>
            <a:fld id="{F0C94032-CD4C-4C25-B0C2-CEC720522D92}" type="slidenum">
              <a:rPr kumimoji="0" lang="en-US" smtClean="0"/>
              <a:pPr eaLnBrk="1" latinLnBrk="0" hangingPunct="1"/>
              <a:t>‹#›</a:t>
            </a:fld>
            <a:endParaRPr kumimoji="0" lang="en-US" dirty="0">
              <a:solidFill>
                <a:srgbClr val="FFFFFF"/>
              </a:solidFill>
            </a:endParaRPr>
          </a:p>
        </p:txBody>
      </p:sp>
      <p:sp>
        <p:nvSpPr>
          <p:cNvPr id="9" name="TextBox 8"/>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10" name="Rectangle 9"/>
          <p:cNvSpPr/>
          <p:nvPr/>
        </p:nvSpPr>
        <p:spPr>
          <a:xfrm>
            <a:off x="8068235" y="282574"/>
            <a:ext cx="91440" cy="16002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32757770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12_Title and Content">
    <p:spTree>
      <p:nvGrpSpPr>
        <p:cNvPr id="1" name=""/>
        <p:cNvGrpSpPr/>
        <p:nvPr/>
      </p:nvGrpSpPr>
      <p:grpSpPr>
        <a:xfrm>
          <a:off x="0" y="0"/>
          <a:ext cx="0" cy="0"/>
          <a:chOff x="0" y="0"/>
          <a:chExt cx="0" cy="0"/>
        </a:xfrm>
      </p:grpSpPr>
      <p:sp>
        <p:nvSpPr>
          <p:cNvPr id="7" name="Rectangle 6"/>
          <p:cNvSpPr/>
          <p:nvPr/>
        </p:nvSpPr>
        <p:spPr>
          <a:xfrm>
            <a:off x="8210550" y="282574"/>
            <a:ext cx="642097"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98474" y="484094"/>
            <a:ext cx="7556313" cy="1116106"/>
          </a:xfrm>
          <a:prstGeom prst="rect">
            <a:avLst/>
          </a:prstGeom>
        </p:spPr>
        <p:txBody>
          <a:bodyPr/>
          <a:lstStyle/>
          <a:p>
            <a:r>
              <a:rPr lang="en-US"/>
              <a:t>Click to edit Master title style</a:t>
            </a:r>
            <a:endParaRPr/>
          </a:p>
        </p:txBody>
      </p:sp>
      <p:sp>
        <p:nvSpPr>
          <p:cNvPr id="3" name="Content Placeholder 2"/>
          <p:cNvSpPr>
            <a:spLocks noGrp="1"/>
          </p:cNvSpPr>
          <p:nvPr>
            <p:ph idx="1"/>
          </p:nvPr>
        </p:nvSpPr>
        <p:spPr>
          <a:xfrm>
            <a:off x="498474" y="1981200"/>
            <a:ext cx="7556313" cy="4144963"/>
          </a:xfrm>
          <a:prstGeom prst="rect">
            <a:avLst/>
          </a:prstGeo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a:xfrm>
            <a:off x="6795247" y="6423585"/>
            <a:ext cx="2133600" cy="365125"/>
          </a:xfrm>
          <a:prstGeom prst="rect">
            <a:avLst/>
          </a:prstGeom>
        </p:spPr>
        <p:txBody>
          <a:bodyPr/>
          <a:lstStyle/>
          <a:p>
            <a:pPr eaLnBrk="1" latinLnBrk="0" hangingPunct="1"/>
            <a:endParaRPr lang="en-US" dirty="0"/>
          </a:p>
        </p:txBody>
      </p:sp>
      <p:sp>
        <p:nvSpPr>
          <p:cNvPr id="5" name="Footer Placeholder 4"/>
          <p:cNvSpPr>
            <a:spLocks noGrp="1"/>
          </p:cNvSpPr>
          <p:nvPr>
            <p:ph type="ftr" sz="quarter" idx="11"/>
          </p:nvPr>
        </p:nvSpPr>
        <p:spPr>
          <a:xfrm>
            <a:off x="201706" y="6423585"/>
            <a:ext cx="6122894" cy="365125"/>
          </a:xfrm>
          <a:prstGeom prst="rect">
            <a:avLst/>
          </a:prstGeom>
        </p:spPr>
        <p:txBody>
          <a:bodyPr/>
          <a:lstStyle/>
          <a:p>
            <a:endParaRPr kumimoji="0" lang="en-US"/>
          </a:p>
        </p:txBody>
      </p:sp>
      <p:sp>
        <p:nvSpPr>
          <p:cNvPr id="6" name="Slide Number Placeholder 5"/>
          <p:cNvSpPr>
            <a:spLocks noGrp="1"/>
          </p:cNvSpPr>
          <p:nvPr>
            <p:ph type="sldNum" sz="quarter" idx="12"/>
          </p:nvPr>
        </p:nvSpPr>
        <p:spPr>
          <a:xfrm>
            <a:off x="8305800" y="242234"/>
            <a:ext cx="554038" cy="365125"/>
          </a:xfrm>
          <a:prstGeom prst="rect">
            <a:avLst/>
          </a:prstGeom>
        </p:spPr>
        <p:txBody>
          <a:bodyPr/>
          <a:lstStyle/>
          <a:p>
            <a:fld id="{F0C94032-CD4C-4C25-B0C2-CEC720522D92}" type="slidenum">
              <a:rPr kumimoji="0" lang="en-US" smtClean="0"/>
              <a:pPr eaLnBrk="1" latinLnBrk="0" hangingPunct="1"/>
              <a:t>‹#›</a:t>
            </a:fld>
            <a:endParaRPr kumimoji="0" lang="en-US" dirty="0">
              <a:solidFill>
                <a:srgbClr val="FFFFFF"/>
              </a:solidFill>
            </a:endParaRPr>
          </a:p>
        </p:txBody>
      </p:sp>
      <p:sp>
        <p:nvSpPr>
          <p:cNvPr id="9" name="TextBox 8"/>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10" name="Rectangle 9"/>
          <p:cNvSpPr/>
          <p:nvPr/>
        </p:nvSpPr>
        <p:spPr>
          <a:xfrm>
            <a:off x="8068235" y="282574"/>
            <a:ext cx="91440" cy="16002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327577704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13_Title and Content">
    <p:spTree>
      <p:nvGrpSpPr>
        <p:cNvPr id="1" name=""/>
        <p:cNvGrpSpPr/>
        <p:nvPr/>
      </p:nvGrpSpPr>
      <p:grpSpPr>
        <a:xfrm>
          <a:off x="0" y="0"/>
          <a:ext cx="0" cy="0"/>
          <a:chOff x="0" y="0"/>
          <a:chExt cx="0" cy="0"/>
        </a:xfrm>
      </p:grpSpPr>
      <p:sp>
        <p:nvSpPr>
          <p:cNvPr id="7" name="Rectangle 6"/>
          <p:cNvSpPr/>
          <p:nvPr/>
        </p:nvSpPr>
        <p:spPr>
          <a:xfrm>
            <a:off x="8210550" y="282574"/>
            <a:ext cx="642097"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98474" y="484094"/>
            <a:ext cx="7556313" cy="1116106"/>
          </a:xfrm>
          <a:prstGeom prst="rect">
            <a:avLst/>
          </a:prstGeom>
        </p:spPr>
        <p:txBody>
          <a:bodyPr/>
          <a:lstStyle/>
          <a:p>
            <a:r>
              <a:rPr lang="en-US"/>
              <a:t>Click to edit Master title style</a:t>
            </a:r>
            <a:endParaRPr/>
          </a:p>
        </p:txBody>
      </p:sp>
      <p:sp>
        <p:nvSpPr>
          <p:cNvPr id="3" name="Content Placeholder 2"/>
          <p:cNvSpPr>
            <a:spLocks noGrp="1"/>
          </p:cNvSpPr>
          <p:nvPr>
            <p:ph idx="1"/>
          </p:nvPr>
        </p:nvSpPr>
        <p:spPr>
          <a:xfrm>
            <a:off x="498474" y="1981200"/>
            <a:ext cx="7556313" cy="4144963"/>
          </a:xfrm>
          <a:prstGeom prst="rect">
            <a:avLst/>
          </a:prstGeo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a:xfrm>
            <a:off x="6795247" y="6423585"/>
            <a:ext cx="2133600" cy="365125"/>
          </a:xfrm>
          <a:prstGeom prst="rect">
            <a:avLst/>
          </a:prstGeom>
        </p:spPr>
        <p:txBody>
          <a:bodyPr/>
          <a:lstStyle/>
          <a:p>
            <a:pPr eaLnBrk="1" latinLnBrk="0" hangingPunct="1"/>
            <a:endParaRPr lang="en-US" dirty="0"/>
          </a:p>
        </p:txBody>
      </p:sp>
      <p:sp>
        <p:nvSpPr>
          <p:cNvPr id="5" name="Footer Placeholder 4"/>
          <p:cNvSpPr>
            <a:spLocks noGrp="1"/>
          </p:cNvSpPr>
          <p:nvPr>
            <p:ph type="ftr" sz="quarter" idx="11"/>
          </p:nvPr>
        </p:nvSpPr>
        <p:spPr>
          <a:xfrm>
            <a:off x="201706" y="6423585"/>
            <a:ext cx="6122894" cy="365125"/>
          </a:xfrm>
          <a:prstGeom prst="rect">
            <a:avLst/>
          </a:prstGeom>
        </p:spPr>
        <p:txBody>
          <a:bodyPr/>
          <a:lstStyle/>
          <a:p>
            <a:endParaRPr kumimoji="0" lang="en-US"/>
          </a:p>
        </p:txBody>
      </p:sp>
      <p:sp>
        <p:nvSpPr>
          <p:cNvPr id="6" name="Slide Number Placeholder 5"/>
          <p:cNvSpPr>
            <a:spLocks noGrp="1"/>
          </p:cNvSpPr>
          <p:nvPr>
            <p:ph type="sldNum" sz="quarter" idx="12"/>
          </p:nvPr>
        </p:nvSpPr>
        <p:spPr>
          <a:xfrm>
            <a:off x="8305800" y="242234"/>
            <a:ext cx="554038" cy="365125"/>
          </a:xfrm>
          <a:prstGeom prst="rect">
            <a:avLst/>
          </a:prstGeom>
        </p:spPr>
        <p:txBody>
          <a:bodyPr/>
          <a:lstStyle/>
          <a:p>
            <a:fld id="{F0C94032-CD4C-4C25-B0C2-CEC720522D92}" type="slidenum">
              <a:rPr kumimoji="0" lang="en-US" smtClean="0"/>
              <a:pPr eaLnBrk="1" latinLnBrk="0" hangingPunct="1"/>
              <a:t>‹#›</a:t>
            </a:fld>
            <a:endParaRPr kumimoji="0" lang="en-US" dirty="0">
              <a:solidFill>
                <a:srgbClr val="FFFFFF"/>
              </a:solidFill>
            </a:endParaRPr>
          </a:p>
        </p:txBody>
      </p:sp>
      <p:sp>
        <p:nvSpPr>
          <p:cNvPr id="9" name="TextBox 8"/>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10" name="Rectangle 9"/>
          <p:cNvSpPr/>
          <p:nvPr/>
        </p:nvSpPr>
        <p:spPr>
          <a:xfrm>
            <a:off x="8068235" y="282574"/>
            <a:ext cx="91440" cy="16002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327577704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14_Title and Content">
    <p:spTree>
      <p:nvGrpSpPr>
        <p:cNvPr id="1" name=""/>
        <p:cNvGrpSpPr/>
        <p:nvPr/>
      </p:nvGrpSpPr>
      <p:grpSpPr>
        <a:xfrm>
          <a:off x="0" y="0"/>
          <a:ext cx="0" cy="0"/>
          <a:chOff x="0" y="0"/>
          <a:chExt cx="0" cy="0"/>
        </a:xfrm>
      </p:grpSpPr>
      <p:sp>
        <p:nvSpPr>
          <p:cNvPr id="7" name="Rectangle 6"/>
          <p:cNvSpPr/>
          <p:nvPr/>
        </p:nvSpPr>
        <p:spPr>
          <a:xfrm>
            <a:off x="8210550" y="282574"/>
            <a:ext cx="642097"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98474" y="484094"/>
            <a:ext cx="7556313" cy="1116106"/>
          </a:xfrm>
          <a:prstGeom prst="rect">
            <a:avLst/>
          </a:prstGeom>
        </p:spPr>
        <p:txBody>
          <a:bodyPr/>
          <a:lstStyle/>
          <a:p>
            <a:r>
              <a:rPr lang="en-US"/>
              <a:t>Click to edit Master title style</a:t>
            </a:r>
            <a:endParaRPr/>
          </a:p>
        </p:txBody>
      </p:sp>
      <p:sp>
        <p:nvSpPr>
          <p:cNvPr id="3" name="Content Placeholder 2"/>
          <p:cNvSpPr>
            <a:spLocks noGrp="1"/>
          </p:cNvSpPr>
          <p:nvPr>
            <p:ph idx="1"/>
          </p:nvPr>
        </p:nvSpPr>
        <p:spPr>
          <a:xfrm>
            <a:off x="498474" y="1981200"/>
            <a:ext cx="7556313" cy="4144963"/>
          </a:xfrm>
          <a:prstGeom prst="rect">
            <a:avLst/>
          </a:prstGeo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a:xfrm>
            <a:off x="6795247" y="6423585"/>
            <a:ext cx="2133600" cy="365125"/>
          </a:xfrm>
          <a:prstGeom prst="rect">
            <a:avLst/>
          </a:prstGeom>
        </p:spPr>
        <p:txBody>
          <a:bodyPr/>
          <a:lstStyle/>
          <a:p>
            <a:pPr eaLnBrk="1" latinLnBrk="0" hangingPunct="1"/>
            <a:endParaRPr lang="en-US" dirty="0"/>
          </a:p>
        </p:txBody>
      </p:sp>
      <p:sp>
        <p:nvSpPr>
          <p:cNvPr id="5" name="Footer Placeholder 4"/>
          <p:cNvSpPr>
            <a:spLocks noGrp="1"/>
          </p:cNvSpPr>
          <p:nvPr>
            <p:ph type="ftr" sz="quarter" idx="11"/>
          </p:nvPr>
        </p:nvSpPr>
        <p:spPr>
          <a:xfrm>
            <a:off x="201706" y="6423585"/>
            <a:ext cx="6122894" cy="365125"/>
          </a:xfrm>
          <a:prstGeom prst="rect">
            <a:avLst/>
          </a:prstGeom>
        </p:spPr>
        <p:txBody>
          <a:bodyPr/>
          <a:lstStyle/>
          <a:p>
            <a:endParaRPr kumimoji="0" lang="en-US"/>
          </a:p>
        </p:txBody>
      </p:sp>
      <p:sp>
        <p:nvSpPr>
          <p:cNvPr id="6" name="Slide Number Placeholder 5"/>
          <p:cNvSpPr>
            <a:spLocks noGrp="1"/>
          </p:cNvSpPr>
          <p:nvPr>
            <p:ph type="sldNum" sz="quarter" idx="12"/>
          </p:nvPr>
        </p:nvSpPr>
        <p:spPr>
          <a:xfrm>
            <a:off x="8305800" y="242234"/>
            <a:ext cx="554038" cy="365125"/>
          </a:xfrm>
          <a:prstGeom prst="rect">
            <a:avLst/>
          </a:prstGeom>
        </p:spPr>
        <p:txBody>
          <a:bodyPr/>
          <a:lstStyle/>
          <a:p>
            <a:fld id="{F0C94032-CD4C-4C25-B0C2-CEC720522D92}" type="slidenum">
              <a:rPr kumimoji="0" lang="en-US" smtClean="0"/>
              <a:pPr eaLnBrk="1" latinLnBrk="0" hangingPunct="1"/>
              <a:t>‹#›</a:t>
            </a:fld>
            <a:endParaRPr kumimoji="0" lang="en-US" dirty="0">
              <a:solidFill>
                <a:srgbClr val="FFFFFF"/>
              </a:solidFill>
            </a:endParaRPr>
          </a:p>
        </p:txBody>
      </p:sp>
      <p:sp>
        <p:nvSpPr>
          <p:cNvPr id="9" name="TextBox 8"/>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10" name="Rectangle 9"/>
          <p:cNvSpPr/>
          <p:nvPr/>
        </p:nvSpPr>
        <p:spPr>
          <a:xfrm>
            <a:off x="8068235" y="282574"/>
            <a:ext cx="91440" cy="16002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327577704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15_Title and Content">
    <p:spTree>
      <p:nvGrpSpPr>
        <p:cNvPr id="1" name=""/>
        <p:cNvGrpSpPr/>
        <p:nvPr/>
      </p:nvGrpSpPr>
      <p:grpSpPr>
        <a:xfrm>
          <a:off x="0" y="0"/>
          <a:ext cx="0" cy="0"/>
          <a:chOff x="0" y="0"/>
          <a:chExt cx="0" cy="0"/>
        </a:xfrm>
      </p:grpSpPr>
      <p:sp>
        <p:nvSpPr>
          <p:cNvPr id="7" name="Rectangle 6"/>
          <p:cNvSpPr/>
          <p:nvPr/>
        </p:nvSpPr>
        <p:spPr>
          <a:xfrm>
            <a:off x="8210550" y="282574"/>
            <a:ext cx="642097"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98474" y="484094"/>
            <a:ext cx="7556313" cy="1116106"/>
          </a:xfrm>
          <a:prstGeom prst="rect">
            <a:avLst/>
          </a:prstGeom>
        </p:spPr>
        <p:txBody>
          <a:bodyPr/>
          <a:lstStyle/>
          <a:p>
            <a:r>
              <a:rPr lang="en-US"/>
              <a:t>Click to edit Master title style</a:t>
            </a:r>
            <a:endParaRPr/>
          </a:p>
        </p:txBody>
      </p:sp>
      <p:sp>
        <p:nvSpPr>
          <p:cNvPr id="3" name="Content Placeholder 2"/>
          <p:cNvSpPr>
            <a:spLocks noGrp="1"/>
          </p:cNvSpPr>
          <p:nvPr>
            <p:ph idx="1"/>
          </p:nvPr>
        </p:nvSpPr>
        <p:spPr>
          <a:xfrm>
            <a:off x="498474" y="1981200"/>
            <a:ext cx="7556313" cy="4144963"/>
          </a:xfrm>
          <a:prstGeom prst="rect">
            <a:avLst/>
          </a:prstGeo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a:xfrm>
            <a:off x="6795247" y="6423585"/>
            <a:ext cx="2133600" cy="365125"/>
          </a:xfrm>
          <a:prstGeom prst="rect">
            <a:avLst/>
          </a:prstGeom>
        </p:spPr>
        <p:txBody>
          <a:bodyPr/>
          <a:lstStyle/>
          <a:p>
            <a:pPr eaLnBrk="1" latinLnBrk="0" hangingPunct="1"/>
            <a:endParaRPr lang="en-US" dirty="0"/>
          </a:p>
        </p:txBody>
      </p:sp>
      <p:sp>
        <p:nvSpPr>
          <p:cNvPr id="5" name="Footer Placeholder 4"/>
          <p:cNvSpPr>
            <a:spLocks noGrp="1"/>
          </p:cNvSpPr>
          <p:nvPr>
            <p:ph type="ftr" sz="quarter" idx="11"/>
          </p:nvPr>
        </p:nvSpPr>
        <p:spPr>
          <a:xfrm>
            <a:off x="201706" y="6423585"/>
            <a:ext cx="6122894" cy="365125"/>
          </a:xfrm>
          <a:prstGeom prst="rect">
            <a:avLst/>
          </a:prstGeom>
        </p:spPr>
        <p:txBody>
          <a:bodyPr/>
          <a:lstStyle/>
          <a:p>
            <a:endParaRPr kumimoji="0" lang="en-US"/>
          </a:p>
        </p:txBody>
      </p:sp>
      <p:sp>
        <p:nvSpPr>
          <p:cNvPr id="6" name="Slide Number Placeholder 5"/>
          <p:cNvSpPr>
            <a:spLocks noGrp="1"/>
          </p:cNvSpPr>
          <p:nvPr>
            <p:ph type="sldNum" sz="quarter" idx="12"/>
          </p:nvPr>
        </p:nvSpPr>
        <p:spPr>
          <a:xfrm>
            <a:off x="8305800" y="242234"/>
            <a:ext cx="554038" cy="365125"/>
          </a:xfrm>
          <a:prstGeom prst="rect">
            <a:avLst/>
          </a:prstGeom>
        </p:spPr>
        <p:txBody>
          <a:bodyPr/>
          <a:lstStyle/>
          <a:p>
            <a:fld id="{F0C94032-CD4C-4C25-B0C2-CEC720522D92}" type="slidenum">
              <a:rPr kumimoji="0" lang="en-US" smtClean="0"/>
              <a:pPr eaLnBrk="1" latinLnBrk="0" hangingPunct="1"/>
              <a:t>‹#›</a:t>
            </a:fld>
            <a:endParaRPr kumimoji="0" lang="en-US" dirty="0">
              <a:solidFill>
                <a:srgbClr val="FFFFFF"/>
              </a:solidFill>
            </a:endParaRPr>
          </a:p>
        </p:txBody>
      </p:sp>
      <p:sp>
        <p:nvSpPr>
          <p:cNvPr id="9" name="TextBox 8"/>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10" name="Rectangle 9"/>
          <p:cNvSpPr/>
          <p:nvPr/>
        </p:nvSpPr>
        <p:spPr>
          <a:xfrm>
            <a:off x="8068235" y="282574"/>
            <a:ext cx="91440" cy="16002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327577704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16_Title and Content">
    <p:spTree>
      <p:nvGrpSpPr>
        <p:cNvPr id="1" name=""/>
        <p:cNvGrpSpPr/>
        <p:nvPr/>
      </p:nvGrpSpPr>
      <p:grpSpPr>
        <a:xfrm>
          <a:off x="0" y="0"/>
          <a:ext cx="0" cy="0"/>
          <a:chOff x="0" y="0"/>
          <a:chExt cx="0" cy="0"/>
        </a:xfrm>
      </p:grpSpPr>
      <p:sp>
        <p:nvSpPr>
          <p:cNvPr id="7" name="Rectangle 6"/>
          <p:cNvSpPr/>
          <p:nvPr/>
        </p:nvSpPr>
        <p:spPr>
          <a:xfrm>
            <a:off x="8210550" y="282574"/>
            <a:ext cx="642097"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98474" y="484094"/>
            <a:ext cx="7556313" cy="1116106"/>
          </a:xfrm>
          <a:prstGeom prst="rect">
            <a:avLst/>
          </a:prstGeom>
        </p:spPr>
        <p:txBody>
          <a:bodyPr/>
          <a:lstStyle/>
          <a:p>
            <a:r>
              <a:rPr lang="en-US"/>
              <a:t>Click to edit Master title style</a:t>
            </a:r>
            <a:endParaRPr/>
          </a:p>
        </p:txBody>
      </p:sp>
      <p:sp>
        <p:nvSpPr>
          <p:cNvPr id="3" name="Content Placeholder 2"/>
          <p:cNvSpPr>
            <a:spLocks noGrp="1"/>
          </p:cNvSpPr>
          <p:nvPr>
            <p:ph idx="1"/>
          </p:nvPr>
        </p:nvSpPr>
        <p:spPr>
          <a:xfrm>
            <a:off x="498474" y="1981200"/>
            <a:ext cx="7556313" cy="4144963"/>
          </a:xfrm>
          <a:prstGeom prst="rect">
            <a:avLst/>
          </a:prstGeo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a:xfrm>
            <a:off x="6795247" y="6423585"/>
            <a:ext cx="2133600" cy="365125"/>
          </a:xfrm>
          <a:prstGeom prst="rect">
            <a:avLst/>
          </a:prstGeom>
        </p:spPr>
        <p:txBody>
          <a:bodyPr/>
          <a:lstStyle/>
          <a:p>
            <a:pPr eaLnBrk="1" latinLnBrk="0" hangingPunct="1"/>
            <a:endParaRPr lang="en-US" dirty="0"/>
          </a:p>
        </p:txBody>
      </p:sp>
      <p:sp>
        <p:nvSpPr>
          <p:cNvPr id="5" name="Footer Placeholder 4"/>
          <p:cNvSpPr>
            <a:spLocks noGrp="1"/>
          </p:cNvSpPr>
          <p:nvPr>
            <p:ph type="ftr" sz="quarter" idx="11"/>
          </p:nvPr>
        </p:nvSpPr>
        <p:spPr>
          <a:xfrm>
            <a:off x="201706" y="6423585"/>
            <a:ext cx="6122894" cy="365125"/>
          </a:xfrm>
          <a:prstGeom prst="rect">
            <a:avLst/>
          </a:prstGeom>
        </p:spPr>
        <p:txBody>
          <a:bodyPr/>
          <a:lstStyle/>
          <a:p>
            <a:endParaRPr kumimoji="0" lang="en-US"/>
          </a:p>
        </p:txBody>
      </p:sp>
      <p:sp>
        <p:nvSpPr>
          <p:cNvPr id="6" name="Slide Number Placeholder 5"/>
          <p:cNvSpPr>
            <a:spLocks noGrp="1"/>
          </p:cNvSpPr>
          <p:nvPr>
            <p:ph type="sldNum" sz="quarter" idx="12"/>
          </p:nvPr>
        </p:nvSpPr>
        <p:spPr>
          <a:xfrm>
            <a:off x="8305800" y="242234"/>
            <a:ext cx="554038" cy="365125"/>
          </a:xfrm>
          <a:prstGeom prst="rect">
            <a:avLst/>
          </a:prstGeom>
        </p:spPr>
        <p:txBody>
          <a:bodyPr/>
          <a:lstStyle/>
          <a:p>
            <a:fld id="{F0C94032-CD4C-4C25-B0C2-CEC720522D92}" type="slidenum">
              <a:rPr kumimoji="0" lang="en-US" smtClean="0"/>
              <a:pPr eaLnBrk="1" latinLnBrk="0" hangingPunct="1"/>
              <a:t>‹#›</a:t>
            </a:fld>
            <a:endParaRPr kumimoji="0" lang="en-US" dirty="0">
              <a:solidFill>
                <a:srgbClr val="FFFFFF"/>
              </a:solidFill>
            </a:endParaRPr>
          </a:p>
        </p:txBody>
      </p:sp>
      <p:sp>
        <p:nvSpPr>
          <p:cNvPr id="9" name="TextBox 8"/>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10" name="Rectangle 9"/>
          <p:cNvSpPr/>
          <p:nvPr/>
        </p:nvSpPr>
        <p:spPr>
          <a:xfrm>
            <a:off x="8068235" y="282574"/>
            <a:ext cx="91440" cy="16002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327577704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3_Title and Content">
    <p:spTree>
      <p:nvGrpSpPr>
        <p:cNvPr id="1" name=""/>
        <p:cNvGrpSpPr/>
        <p:nvPr/>
      </p:nvGrpSpPr>
      <p:grpSpPr>
        <a:xfrm>
          <a:off x="0" y="0"/>
          <a:ext cx="0" cy="0"/>
          <a:chOff x="0" y="0"/>
          <a:chExt cx="0" cy="0"/>
        </a:xfrm>
      </p:grpSpPr>
      <p:sp>
        <p:nvSpPr>
          <p:cNvPr id="7" name="Rectangle 6"/>
          <p:cNvSpPr/>
          <p:nvPr/>
        </p:nvSpPr>
        <p:spPr>
          <a:xfrm>
            <a:off x="8210550" y="282574"/>
            <a:ext cx="642097"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98474" y="484094"/>
            <a:ext cx="7556313" cy="1116106"/>
          </a:xfrm>
          <a:prstGeom prst="rect">
            <a:avLst/>
          </a:prstGeom>
        </p:spPr>
        <p:txBody>
          <a:bodyPr/>
          <a:lstStyle/>
          <a:p>
            <a:r>
              <a:rPr lang="en-US"/>
              <a:t>Click to edit Master title style</a:t>
            </a:r>
            <a:endParaRPr/>
          </a:p>
        </p:txBody>
      </p:sp>
      <p:sp>
        <p:nvSpPr>
          <p:cNvPr id="3" name="Content Placeholder 2"/>
          <p:cNvSpPr>
            <a:spLocks noGrp="1"/>
          </p:cNvSpPr>
          <p:nvPr>
            <p:ph idx="1"/>
          </p:nvPr>
        </p:nvSpPr>
        <p:spPr>
          <a:xfrm>
            <a:off x="498474" y="1981200"/>
            <a:ext cx="7556313" cy="4144963"/>
          </a:xfrm>
          <a:prstGeom prst="rect">
            <a:avLst/>
          </a:prstGeo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a:xfrm>
            <a:off x="6795247" y="6423585"/>
            <a:ext cx="2133600" cy="365125"/>
          </a:xfrm>
          <a:prstGeom prst="rect">
            <a:avLst/>
          </a:prstGeom>
        </p:spPr>
        <p:txBody>
          <a:bodyPr/>
          <a:lstStyle/>
          <a:p>
            <a:pPr eaLnBrk="1" latinLnBrk="0" hangingPunct="1"/>
            <a:endParaRPr lang="en-US" dirty="0"/>
          </a:p>
        </p:txBody>
      </p:sp>
      <p:sp>
        <p:nvSpPr>
          <p:cNvPr id="5" name="Footer Placeholder 4"/>
          <p:cNvSpPr>
            <a:spLocks noGrp="1"/>
          </p:cNvSpPr>
          <p:nvPr>
            <p:ph type="ftr" sz="quarter" idx="11"/>
          </p:nvPr>
        </p:nvSpPr>
        <p:spPr>
          <a:xfrm>
            <a:off x="201706" y="6423585"/>
            <a:ext cx="6122894" cy="365125"/>
          </a:xfrm>
          <a:prstGeom prst="rect">
            <a:avLst/>
          </a:prstGeom>
        </p:spPr>
        <p:txBody>
          <a:bodyPr/>
          <a:lstStyle/>
          <a:p>
            <a:endParaRPr kumimoji="0" lang="en-US"/>
          </a:p>
        </p:txBody>
      </p:sp>
      <p:sp>
        <p:nvSpPr>
          <p:cNvPr id="6" name="Slide Number Placeholder 5"/>
          <p:cNvSpPr>
            <a:spLocks noGrp="1"/>
          </p:cNvSpPr>
          <p:nvPr>
            <p:ph type="sldNum" sz="quarter" idx="12"/>
          </p:nvPr>
        </p:nvSpPr>
        <p:spPr>
          <a:xfrm>
            <a:off x="8305800" y="242234"/>
            <a:ext cx="554038" cy="365125"/>
          </a:xfrm>
          <a:prstGeom prst="rect">
            <a:avLst/>
          </a:prstGeom>
        </p:spPr>
        <p:txBody>
          <a:bodyPr/>
          <a:lstStyle/>
          <a:p>
            <a:fld id="{F0C94032-CD4C-4C25-B0C2-CEC720522D92}" type="slidenum">
              <a:rPr kumimoji="0" lang="en-US" smtClean="0"/>
              <a:pPr eaLnBrk="1" latinLnBrk="0" hangingPunct="1"/>
              <a:t>‹#›</a:t>
            </a:fld>
            <a:endParaRPr kumimoji="0" lang="en-US" dirty="0">
              <a:solidFill>
                <a:srgbClr val="FFFFFF"/>
              </a:solidFill>
            </a:endParaRPr>
          </a:p>
        </p:txBody>
      </p:sp>
      <p:sp>
        <p:nvSpPr>
          <p:cNvPr id="9" name="TextBox 8"/>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10" name="Rectangle 9"/>
          <p:cNvSpPr/>
          <p:nvPr/>
        </p:nvSpPr>
        <p:spPr>
          <a:xfrm>
            <a:off x="8068235" y="282574"/>
            <a:ext cx="91440" cy="16002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155073455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17_Title and Content">
    <p:spTree>
      <p:nvGrpSpPr>
        <p:cNvPr id="1" name=""/>
        <p:cNvGrpSpPr/>
        <p:nvPr/>
      </p:nvGrpSpPr>
      <p:grpSpPr>
        <a:xfrm>
          <a:off x="0" y="0"/>
          <a:ext cx="0" cy="0"/>
          <a:chOff x="0" y="0"/>
          <a:chExt cx="0" cy="0"/>
        </a:xfrm>
      </p:grpSpPr>
      <p:sp>
        <p:nvSpPr>
          <p:cNvPr id="7" name="Rectangle 6"/>
          <p:cNvSpPr/>
          <p:nvPr/>
        </p:nvSpPr>
        <p:spPr>
          <a:xfrm>
            <a:off x="8210550" y="282574"/>
            <a:ext cx="642097"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98474" y="484094"/>
            <a:ext cx="7556313" cy="1116106"/>
          </a:xfrm>
          <a:prstGeom prst="rect">
            <a:avLst/>
          </a:prstGeom>
        </p:spPr>
        <p:txBody>
          <a:bodyPr/>
          <a:lstStyle/>
          <a:p>
            <a:r>
              <a:rPr lang="en-US"/>
              <a:t>Click to edit Master title style</a:t>
            </a:r>
            <a:endParaRPr/>
          </a:p>
        </p:txBody>
      </p:sp>
      <p:sp>
        <p:nvSpPr>
          <p:cNvPr id="3" name="Content Placeholder 2"/>
          <p:cNvSpPr>
            <a:spLocks noGrp="1"/>
          </p:cNvSpPr>
          <p:nvPr>
            <p:ph idx="1"/>
          </p:nvPr>
        </p:nvSpPr>
        <p:spPr>
          <a:xfrm>
            <a:off x="498474" y="1981200"/>
            <a:ext cx="7556313" cy="4144963"/>
          </a:xfrm>
          <a:prstGeom prst="rect">
            <a:avLst/>
          </a:prstGeo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a:xfrm>
            <a:off x="6795247" y="6423585"/>
            <a:ext cx="2133600" cy="365125"/>
          </a:xfrm>
          <a:prstGeom prst="rect">
            <a:avLst/>
          </a:prstGeom>
        </p:spPr>
        <p:txBody>
          <a:bodyPr/>
          <a:lstStyle/>
          <a:p>
            <a:pPr eaLnBrk="1" latinLnBrk="0" hangingPunct="1"/>
            <a:endParaRPr lang="en-US" dirty="0"/>
          </a:p>
        </p:txBody>
      </p:sp>
      <p:sp>
        <p:nvSpPr>
          <p:cNvPr id="5" name="Footer Placeholder 4"/>
          <p:cNvSpPr>
            <a:spLocks noGrp="1"/>
          </p:cNvSpPr>
          <p:nvPr>
            <p:ph type="ftr" sz="quarter" idx="11"/>
          </p:nvPr>
        </p:nvSpPr>
        <p:spPr>
          <a:xfrm>
            <a:off x="201706" y="6423585"/>
            <a:ext cx="6122894" cy="365125"/>
          </a:xfrm>
          <a:prstGeom prst="rect">
            <a:avLst/>
          </a:prstGeom>
        </p:spPr>
        <p:txBody>
          <a:bodyPr/>
          <a:lstStyle/>
          <a:p>
            <a:endParaRPr kumimoji="0" lang="en-US"/>
          </a:p>
        </p:txBody>
      </p:sp>
      <p:sp>
        <p:nvSpPr>
          <p:cNvPr id="6" name="Slide Number Placeholder 5"/>
          <p:cNvSpPr>
            <a:spLocks noGrp="1"/>
          </p:cNvSpPr>
          <p:nvPr>
            <p:ph type="sldNum" sz="quarter" idx="12"/>
          </p:nvPr>
        </p:nvSpPr>
        <p:spPr>
          <a:xfrm>
            <a:off x="8305800" y="242234"/>
            <a:ext cx="554038" cy="365125"/>
          </a:xfrm>
          <a:prstGeom prst="rect">
            <a:avLst/>
          </a:prstGeom>
        </p:spPr>
        <p:txBody>
          <a:bodyPr/>
          <a:lstStyle/>
          <a:p>
            <a:fld id="{F0C94032-CD4C-4C25-B0C2-CEC720522D92}" type="slidenum">
              <a:rPr kumimoji="0" lang="en-US" smtClean="0"/>
              <a:pPr eaLnBrk="1" latinLnBrk="0" hangingPunct="1"/>
              <a:t>‹#›</a:t>
            </a:fld>
            <a:endParaRPr kumimoji="0" lang="en-US" dirty="0">
              <a:solidFill>
                <a:srgbClr val="FFFFFF"/>
              </a:solidFill>
            </a:endParaRPr>
          </a:p>
        </p:txBody>
      </p:sp>
      <p:sp>
        <p:nvSpPr>
          <p:cNvPr id="9" name="TextBox 8"/>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10" name="Rectangle 9"/>
          <p:cNvSpPr/>
          <p:nvPr/>
        </p:nvSpPr>
        <p:spPr>
          <a:xfrm>
            <a:off x="8068235" y="282574"/>
            <a:ext cx="91440" cy="16002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155073455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18_Title and Content">
    <p:spTree>
      <p:nvGrpSpPr>
        <p:cNvPr id="1" name=""/>
        <p:cNvGrpSpPr/>
        <p:nvPr/>
      </p:nvGrpSpPr>
      <p:grpSpPr>
        <a:xfrm>
          <a:off x="0" y="0"/>
          <a:ext cx="0" cy="0"/>
          <a:chOff x="0" y="0"/>
          <a:chExt cx="0" cy="0"/>
        </a:xfrm>
      </p:grpSpPr>
      <p:sp>
        <p:nvSpPr>
          <p:cNvPr id="7" name="Rectangle 6"/>
          <p:cNvSpPr/>
          <p:nvPr/>
        </p:nvSpPr>
        <p:spPr>
          <a:xfrm>
            <a:off x="8210550" y="282574"/>
            <a:ext cx="642097"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98474" y="484094"/>
            <a:ext cx="7556313" cy="1116106"/>
          </a:xfrm>
          <a:prstGeom prst="rect">
            <a:avLst/>
          </a:prstGeom>
        </p:spPr>
        <p:txBody>
          <a:bodyPr/>
          <a:lstStyle/>
          <a:p>
            <a:r>
              <a:rPr lang="en-US"/>
              <a:t>Click to edit Master title style</a:t>
            </a:r>
            <a:endParaRPr/>
          </a:p>
        </p:txBody>
      </p:sp>
      <p:sp>
        <p:nvSpPr>
          <p:cNvPr id="3" name="Content Placeholder 2"/>
          <p:cNvSpPr>
            <a:spLocks noGrp="1"/>
          </p:cNvSpPr>
          <p:nvPr>
            <p:ph idx="1"/>
          </p:nvPr>
        </p:nvSpPr>
        <p:spPr>
          <a:xfrm>
            <a:off x="498474" y="1981200"/>
            <a:ext cx="7556313" cy="4144963"/>
          </a:xfrm>
          <a:prstGeom prst="rect">
            <a:avLst/>
          </a:prstGeo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a:xfrm>
            <a:off x="6795247" y="6423585"/>
            <a:ext cx="2133600" cy="365125"/>
          </a:xfrm>
          <a:prstGeom prst="rect">
            <a:avLst/>
          </a:prstGeom>
        </p:spPr>
        <p:txBody>
          <a:bodyPr/>
          <a:lstStyle/>
          <a:p>
            <a:pPr eaLnBrk="1" latinLnBrk="0" hangingPunct="1"/>
            <a:endParaRPr lang="en-US" dirty="0"/>
          </a:p>
        </p:txBody>
      </p:sp>
      <p:sp>
        <p:nvSpPr>
          <p:cNvPr id="5" name="Footer Placeholder 4"/>
          <p:cNvSpPr>
            <a:spLocks noGrp="1"/>
          </p:cNvSpPr>
          <p:nvPr>
            <p:ph type="ftr" sz="quarter" idx="11"/>
          </p:nvPr>
        </p:nvSpPr>
        <p:spPr>
          <a:xfrm>
            <a:off x="201706" y="6423585"/>
            <a:ext cx="6122894" cy="365125"/>
          </a:xfrm>
          <a:prstGeom prst="rect">
            <a:avLst/>
          </a:prstGeom>
        </p:spPr>
        <p:txBody>
          <a:bodyPr/>
          <a:lstStyle/>
          <a:p>
            <a:endParaRPr kumimoji="0" lang="en-US"/>
          </a:p>
        </p:txBody>
      </p:sp>
      <p:sp>
        <p:nvSpPr>
          <p:cNvPr id="6" name="Slide Number Placeholder 5"/>
          <p:cNvSpPr>
            <a:spLocks noGrp="1"/>
          </p:cNvSpPr>
          <p:nvPr>
            <p:ph type="sldNum" sz="quarter" idx="12"/>
          </p:nvPr>
        </p:nvSpPr>
        <p:spPr>
          <a:xfrm>
            <a:off x="8305800" y="242234"/>
            <a:ext cx="554038" cy="365125"/>
          </a:xfrm>
          <a:prstGeom prst="rect">
            <a:avLst/>
          </a:prstGeom>
        </p:spPr>
        <p:txBody>
          <a:bodyPr/>
          <a:lstStyle/>
          <a:p>
            <a:fld id="{F0C94032-CD4C-4C25-B0C2-CEC720522D92}" type="slidenum">
              <a:rPr kumimoji="0" lang="en-US" smtClean="0"/>
              <a:pPr eaLnBrk="1" latinLnBrk="0" hangingPunct="1"/>
              <a:t>‹#›</a:t>
            </a:fld>
            <a:endParaRPr kumimoji="0" lang="en-US" dirty="0">
              <a:solidFill>
                <a:srgbClr val="FFFFFF"/>
              </a:solidFill>
            </a:endParaRPr>
          </a:p>
        </p:txBody>
      </p:sp>
      <p:sp>
        <p:nvSpPr>
          <p:cNvPr id="9" name="TextBox 8"/>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10" name="Rectangle 9"/>
          <p:cNvSpPr/>
          <p:nvPr/>
        </p:nvSpPr>
        <p:spPr>
          <a:xfrm>
            <a:off x="8068235" y="282574"/>
            <a:ext cx="91440" cy="16002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155073455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19_Title and Content">
    <p:spTree>
      <p:nvGrpSpPr>
        <p:cNvPr id="1" name=""/>
        <p:cNvGrpSpPr/>
        <p:nvPr/>
      </p:nvGrpSpPr>
      <p:grpSpPr>
        <a:xfrm>
          <a:off x="0" y="0"/>
          <a:ext cx="0" cy="0"/>
          <a:chOff x="0" y="0"/>
          <a:chExt cx="0" cy="0"/>
        </a:xfrm>
      </p:grpSpPr>
      <p:sp>
        <p:nvSpPr>
          <p:cNvPr id="7" name="Rectangle 6"/>
          <p:cNvSpPr/>
          <p:nvPr/>
        </p:nvSpPr>
        <p:spPr>
          <a:xfrm>
            <a:off x="8210550" y="282574"/>
            <a:ext cx="642097"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98474" y="484094"/>
            <a:ext cx="7556313" cy="1116106"/>
          </a:xfrm>
          <a:prstGeom prst="rect">
            <a:avLst/>
          </a:prstGeom>
        </p:spPr>
        <p:txBody>
          <a:bodyPr/>
          <a:lstStyle/>
          <a:p>
            <a:r>
              <a:rPr lang="en-US"/>
              <a:t>Click to edit Master title style</a:t>
            </a:r>
            <a:endParaRPr/>
          </a:p>
        </p:txBody>
      </p:sp>
      <p:sp>
        <p:nvSpPr>
          <p:cNvPr id="3" name="Content Placeholder 2"/>
          <p:cNvSpPr>
            <a:spLocks noGrp="1"/>
          </p:cNvSpPr>
          <p:nvPr>
            <p:ph idx="1"/>
          </p:nvPr>
        </p:nvSpPr>
        <p:spPr>
          <a:xfrm>
            <a:off x="498474" y="1981200"/>
            <a:ext cx="7556313" cy="4144963"/>
          </a:xfrm>
          <a:prstGeom prst="rect">
            <a:avLst/>
          </a:prstGeo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a:xfrm>
            <a:off x="6795247" y="6423585"/>
            <a:ext cx="2133600" cy="365125"/>
          </a:xfrm>
          <a:prstGeom prst="rect">
            <a:avLst/>
          </a:prstGeom>
        </p:spPr>
        <p:txBody>
          <a:bodyPr/>
          <a:lstStyle/>
          <a:p>
            <a:pPr eaLnBrk="1" latinLnBrk="0" hangingPunct="1"/>
            <a:endParaRPr lang="en-US" dirty="0"/>
          </a:p>
        </p:txBody>
      </p:sp>
      <p:sp>
        <p:nvSpPr>
          <p:cNvPr id="5" name="Footer Placeholder 4"/>
          <p:cNvSpPr>
            <a:spLocks noGrp="1"/>
          </p:cNvSpPr>
          <p:nvPr>
            <p:ph type="ftr" sz="quarter" idx="11"/>
          </p:nvPr>
        </p:nvSpPr>
        <p:spPr>
          <a:xfrm>
            <a:off x="201706" y="6423585"/>
            <a:ext cx="6122894" cy="365125"/>
          </a:xfrm>
          <a:prstGeom prst="rect">
            <a:avLst/>
          </a:prstGeom>
        </p:spPr>
        <p:txBody>
          <a:bodyPr/>
          <a:lstStyle/>
          <a:p>
            <a:endParaRPr kumimoji="0" lang="en-US"/>
          </a:p>
        </p:txBody>
      </p:sp>
      <p:sp>
        <p:nvSpPr>
          <p:cNvPr id="6" name="Slide Number Placeholder 5"/>
          <p:cNvSpPr>
            <a:spLocks noGrp="1"/>
          </p:cNvSpPr>
          <p:nvPr>
            <p:ph type="sldNum" sz="quarter" idx="12"/>
          </p:nvPr>
        </p:nvSpPr>
        <p:spPr>
          <a:xfrm>
            <a:off x="8305800" y="242234"/>
            <a:ext cx="554038" cy="365125"/>
          </a:xfrm>
          <a:prstGeom prst="rect">
            <a:avLst/>
          </a:prstGeom>
        </p:spPr>
        <p:txBody>
          <a:bodyPr/>
          <a:lstStyle/>
          <a:p>
            <a:fld id="{F0C94032-CD4C-4C25-B0C2-CEC720522D92}" type="slidenum">
              <a:rPr kumimoji="0" lang="en-US" smtClean="0"/>
              <a:pPr eaLnBrk="1" latinLnBrk="0" hangingPunct="1"/>
              <a:t>‹#›</a:t>
            </a:fld>
            <a:endParaRPr kumimoji="0" lang="en-US" dirty="0">
              <a:solidFill>
                <a:srgbClr val="FFFFFF"/>
              </a:solidFill>
            </a:endParaRPr>
          </a:p>
        </p:txBody>
      </p:sp>
      <p:sp>
        <p:nvSpPr>
          <p:cNvPr id="9" name="TextBox 8"/>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10" name="Rectangle 9"/>
          <p:cNvSpPr/>
          <p:nvPr/>
        </p:nvSpPr>
        <p:spPr>
          <a:xfrm>
            <a:off x="8068235" y="282574"/>
            <a:ext cx="91440" cy="16002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155073455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20_Title and Content">
    <p:spTree>
      <p:nvGrpSpPr>
        <p:cNvPr id="1" name=""/>
        <p:cNvGrpSpPr/>
        <p:nvPr/>
      </p:nvGrpSpPr>
      <p:grpSpPr>
        <a:xfrm>
          <a:off x="0" y="0"/>
          <a:ext cx="0" cy="0"/>
          <a:chOff x="0" y="0"/>
          <a:chExt cx="0" cy="0"/>
        </a:xfrm>
      </p:grpSpPr>
      <p:sp>
        <p:nvSpPr>
          <p:cNvPr id="7" name="Rectangle 6"/>
          <p:cNvSpPr/>
          <p:nvPr/>
        </p:nvSpPr>
        <p:spPr>
          <a:xfrm>
            <a:off x="8210550" y="282574"/>
            <a:ext cx="642097"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98474" y="484094"/>
            <a:ext cx="7556313" cy="1116106"/>
          </a:xfrm>
          <a:prstGeom prst="rect">
            <a:avLst/>
          </a:prstGeom>
        </p:spPr>
        <p:txBody>
          <a:bodyPr/>
          <a:lstStyle/>
          <a:p>
            <a:r>
              <a:rPr lang="en-US"/>
              <a:t>Click to edit Master title style</a:t>
            </a:r>
            <a:endParaRPr/>
          </a:p>
        </p:txBody>
      </p:sp>
      <p:sp>
        <p:nvSpPr>
          <p:cNvPr id="3" name="Content Placeholder 2"/>
          <p:cNvSpPr>
            <a:spLocks noGrp="1"/>
          </p:cNvSpPr>
          <p:nvPr>
            <p:ph idx="1"/>
          </p:nvPr>
        </p:nvSpPr>
        <p:spPr>
          <a:xfrm>
            <a:off x="498474" y="1981200"/>
            <a:ext cx="7556313" cy="4144963"/>
          </a:xfrm>
          <a:prstGeom prst="rect">
            <a:avLst/>
          </a:prstGeo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a:xfrm>
            <a:off x="6795247" y="6423585"/>
            <a:ext cx="2133600" cy="365125"/>
          </a:xfrm>
          <a:prstGeom prst="rect">
            <a:avLst/>
          </a:prstGeom>
        </p:spPr>
        <p:txBody>
          <a:bodyPr/>
          <a:lstStyle/>
          <a:p>
            <a:pPr eaLnBrk="1" latinLnBrk="0" hangingPunct="1"/>
            <a:endParaRPr lang="en-US" dirty="0"/>
          </a:p>
        </p:txBody>
      </p:sp>
      <p:sp>
        <p:nvSpPr>
          <p:cNvPr id="5" name="Footer Placeholder 4"/>
          <p:cNvSpPr>
            <a:spLocks noGrp="1"/>
          </p:cNvSpPr>
          <p:nvPr>
            <p:ph type="ftr" sz="quarter" idx="11"/>
          </p:nvPr>
        </p:nvSpPr>
        <p:spPr>
          <a:xfrm>
            <a:off x="201706" y="6423585"/>
            <a:ext cx="6122894" cy="365125"/>
          </a:xfrm>
          <a:prstGeom prst="rect">
            <a:avLst/>
          </a:prstGeom>
        </p:spPr>
        <p:txBody>
          <a:bodyPr/>
          <a:lstStyle/>
          <a:p>
            <a:endParaRPr kumimoji="0" lang="en-US"/>
          </a:p>
        </p:txBody>
      </p:sp>
      <p:sp>
        <p:nvSpPr>
          <p:cNvPr id="6" name="Slide Number Placeholder 5"/>
          <p:cNvSpPr>
            <a:spLocks noGrp="1"/>
          </p:cNvSpPr>
          <p:nvPr>
            <p:ph type="sldNum" sz="quarter" idx="12"/>
          </p:nvPr>
        </p:nvSpPr>
        <p:spPr>
          <a:xfrm>
            <a:off x="8305800" y="242234"/>
            <a:ext cx="554038" cy="365125"/>
          </a:xfrm>
          <a:prstGeom prst="rect">
            <a:avLst/>
          </a:prstGeom>
        </p:spPr>
        <p:txBody>
          <a:bodyPr/>
          <a:lstStyle/>
          <a:p>
            <a:fld id="{F0C94032-CD4C-4C25-B0C2-CEC720522D92}" type="slidenum">
              <a:rPr kumimoji="0" lang="en-US" smtClean="0"/>
              <a:pPr eaLnBrk="1" latinLnBrk="0" hangingPunct="1"/>
              <a:t>‹#›</a:t>
            </a:fld>
            <a:endParaRPr kumimoji="0" lang="en-US" dirty="0">
              <a:solidFill>
                <a:srgbClr val="FFFFFF"/>
              </a:solidFill>
            </a:endParaRPr>
          </a:p>
        </p:txBody>
      </p:sp>
      <p:sp>
        <p:nvSpPr>
          <p:cNvPr id="9" name="TextBox 8"/>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10" name="Rectangle 9"/>
          <p:cNvSpPr/>
          <p:nvPr/>
        </p:nvSpPr>
        <p:spPr>
          <a:xfrm>
            <a:off x="8068235" y="282574"/>
            <a:ext cx="91440" cy="16002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155073455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21_Title and Content">
    <p:spTree>
      <p:nvGrpSpPr>
        <p:cNvPr id="1" name=""/>
        <p:cNvGrpSpPr/>
        <p:nvPr/>
      </p:nvGrpSpPr>
      <p:grpSpPr>
        <a:xfrm>
          <a:off x="0" y="0"/>
          <a:ext cx="0" cy="0"/>
          <a:chOff x="0" y="0"/>
          <a:chExt cx="0" cy="0"/>
        </a:xfrm>
      </p:grpSpPr>
      <p:sp>
        <p:nvSpPr>
          <p:cNvPr id="7" name="Rectangle 6"/>
          <p:cNvSpPr/>
          <p:nvPr/>
        </p:nvSpPr>
        <p:spPr>
          <a:xfrm>
            <a:off x="8210550" y="282574"/>
            <a:ext cx="642097"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98474" y="484094"/>
            <a:ext cx="7556313" cy="1116106"/>
          </a:xfrm>
          <a:prstGeom prst="rect">
            <a:avLst/>
          </a:prstGeom>
        </p:spPr>
        <p:txBody>
          <a:bodyPr/>
          <a:lstStyle/>
          <a:p>
            <a:r>
              <a:rPr lang="en-US"/>
              <a:t>Click to edit Master title style</a:t>
            </a:r>
            <a:endParaRPr/>
          </a:p>
        </p:txBody>
      </p:sp>
      <p:sp>
        <p:nvSpPr>
          <p:cNvPr id="3" name="Content Placeholder 2"/>
          <p:cNvSpPr>
            <a:spLocks noGrp="1"/>
          </p:cNvSpPr>
          <p:nvPr>
            <p:ph idx="1"/>
          </p:nvPr>
        </p:nvSpPr>
        <p:spPr>
          <a:xfrm>
            <a:off x="498474" y="1981200"/>
            <a:ext cx="7556313" cy="4144963"/>
          </a:xfrm>
          <a:prstGeom prst="rect">
            <a:avLst/>
          </a:prstGeo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a:xfrm>
            <a:off x="6795247" y="6423585"/>
            <a:ext cx="2133600" cy="365125"/>
          </a:xfrm>
          <a:prstGeom prst="rect">
            <a:avLst/>
          </a:prstGeom>
        </p:spPr>
        <p:txBody>
          <a:bodyPr/>
          <a:lstStyle/>
          <a:p>
            <a:pPr eaLnBrk="1" latinLnBrk="0" hangingPunct="1"/>
            <a:endParaRPr lang="en-US" dirty="0"/>
          </a:p>
        </p:txBody>
      </p:sp>
      <p:sp>
        <p:nvSpPr>
          <p:cNvPr id="5" name="Footer Placeholder 4"/>
          <p:cNvSpPr>
            <a:spLocks noGrp="1"/>
          </p:cNvSpPr>
          <p:nvPr>
            <p:ph type="ftr" sz="quarter" idx="11"/>
          </p:nvPr>
        </p:nvSpPr>
        <p:spPr>
          <a:xfrm>
            <a:off x="201706" y="6423585"/>
            <a:ext cx="6122894" cy="365125"/>
          </a:xfrm>
          <a:prstGeom prst="rect">
            <a:avLst/>
          </a:prstGeom>
        </p:spPr>
        <p:txBody>
          <a:bodyPr/>
          <a:lstStyle/>
          <a:p>
            <a:endParaRPr kumimoji="0" lang="en-US"/>
          </a:p>
        </p:txBody>
      </p:sp>
      <p:sp>
        <p:nvSpPr>
          <p:cNvPr id="6" name="Slide Number Placeholder 5"/>
          <p:cNvSpPr>
            <a:spLocks noGrp="1"/>
          </p:cNvSpPr>
          <p:nvPr>
            <p:ph type="sldNum" sz="quarter" idx="12"/>
          </p:nvPr>
        </p:nvSpPr>
        <p:spPr>
          <a:xfrm>
            <a:off x="8305800" y="242234"/>
            <a:ext cx="554038" cy="365125"/>
          </a:xfrm>
          <a:prstGeom prst="rect">
            <a:avLst/>
          </a:prstGeom>
        </p:spPr>
        <p:txBody>
          <a:bodyPr/>
          <a:lstStyle/>
          <a:p>
            <a:fld id="{F0C94032-CD4C-4C25-B0C2-CEC720522D92}" type="slidenum">
              <a:rPr kumimoji="0" lang="en-US" smtClean="0"/>
              <a:pPr eaLnBrk="1" latinLnBrk="0" hangingPunct="1"/>
              <a:t>‹#›</a:t>
            </a:fld>
            <a:endParaRPr kumimoji="0" lang="en-US" dirty="0">
              <a:solidFill>
                <a:srgbClr val="FFFFFF"/>
              </a:solidFill>
            </a:endParaRPr>
          </a:p>
        </p:txBody>
      </p:sp>
      <p:sp>
        <p:nvSpPr>
          <p:cNvPr id="9" name="TextBox 8"/>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10" name="Rectangle 9"/>
          <p:cNvSpPr/>
          <p:nvPr/>
        </p:nvSpPr>
        <p:spPr>
          <a:xfrm>
            <a:off x="8068235" y="282574"/>
            <a:ext cx="91440" cy="16002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155073455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22_Title and Content">
    <p:spTree>
      <p:nvGrpSpPr>
        <p:cNvPr id="1" name=""/>
        <p:cNvGrpSpPr/>
        <p:nvPr/>
      </p:nvGrpSpPr>
      <p:grpSpPr>
        <a:xfrm>
          <a:off x="0" y="0"/>
          <a:ext cx="0" cy="0"/>
          <a:chOff x="0" y="0"/>
          <a:chExt cx="0" cy="0"/>
        </a:xfrm>
      </p:grpSpPr>
      <p:sp>
        <p:nvSpPr>
          <p:cNvPr id="7" name="Rectangle 6"/>
          <p:cNvSpPr/>
          <p:nvPr/>
        </p:nvSpPr>
        <p:spPr>
          <a:xfrm>
            <a:off x="8210550" y="282574"/>
            <a:ext cx="642097"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98474" y="484094"/>
            <a:ext cx="7556313" cy="1116106"/>
          </a:xfrm>
          <a:prstGeom prst="rect">
            <a:avLst/>
          </a:prstGeom>
        </p:spPr>
        <p:txBody>
          <a:bodyPr/>
          <a:lstStyle/>
          <a:p>
            <a:r>
              <a:rPr lang="en-US"/>
              <a:t>Click to edit Master title style</a:t>
            </a:r>
            <a:endParaRPr/>
          </a:p>
        </p:txBody>
      </p:sp>
      <p:sp>
        <p:nvSpPr>
          <p:cNvPr id="3" name="Content Placeholder 2"/>
          <p:cNvSpPr>
            <a:spLocks noGrp="1"/>
          </p:cNvSpPr>
          <p:nvPr>
            <p:ph idx="1"/>
          </p:nvPr>
        </p:nvSpPr>
        <p:spPr>
          <a:xfrm>
            <a:off x="498474" y="1981200"/>
            <a:ext cx="7556313" cy="4144963"/>
          </a:xfrm>
          <a:prstGeom prst="rect">
            <a:avLst/>
          </a:prstGeo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a:xfrm>
            <a:off x="6795247" y="6423585"/>
            <a:ext cx="2133600" cy="365125"/>
          </a:xfrm>
          <a:prstGeom prst="rect">
            <a:avLst/>
          </a:prstGeom>
        </p:spPr>
        <p:txBody>
          <a:bodyPr/>
          <a:lstStyle/>
          <a:p>
            <a:pPr eaLnBrk="1" latinLnBrk="0" hangingPunct="1"/>
            <a:endParaRPr lang="en-US" dirty="0"/>
          </a:p>
        </p:txBody>
      </p:sp>
      <p:sp>
        <p:nvSpPr>
          <p:cNvPr id="5" name="Footer Placeholder 4"/>
          <p:cNvSpPr>
            <a:spLocks noGrp="1"/>
          </p:cNvSpPr>
          <p:nvPr>
            <p:ph type="ftr" sz="quarter" idx="11"/>
          </p:nvPr>
        </p:nvSpPr>
        <p:spPr>
          <a:xfrm>
            <a:off x="201706" y="6423585"/>
            <a:ext cx="6122894" cy="365125"/>
          </a:xfrm>
          <a:prstGeom prst="rect">
            <a:avLst/>
          </a:prstGeom>
        </p:spPr>
        <p:txBody>
          <a:bodyPr/>
          <a:lstStyle/>
          <a:p>
            <a:endParaRPr kumimoji="0" lang="en-US"/>
          </a:p>
        </p:txBody>
      </p:sp>
      <p:sp>
        <p:nvSpPr>
          <p:cNvPr id="6" name="Slide Number Placeholder 5"/>
          <p:cNvSpPr>
            <a:spLocks noGrp="1"/>
          </p:cNvSpPr>
          <p:nvPr>
            <p:ph type="sldNum" sz="quarter" idx="12"/>
          </p:nvPr>
        </p:nvSpPr>
        <p:spPr>
          <a:xfrm>
            <a:off x="8305800" y="242234"/>
            <a:ext cx="554038" cy="365125"/>
          </a:xfrm>
          <a:prstGeom prst="rect">
            <a:avLst/>
          </a:prstGeom>
        </p:spPr>
        <p:txBody>
          <a:bodyPr/>
          <a:lstStyle/>
          <a:p>
            <a:fld id="{F0C94032-CD4C-4C25-B0C2-CEC720522D92}" type="slidenum">
              <a:rPr kumimoji="0" lang="en-US" smtClean="0"/>
              <a:pPr eaLnBrk="1" latinLnBrk="0" hangingPunct="1"/>
              <a:t>‹#›</a:t>
            </a:fld>
            <a:endParaRPr kumimoji="0" lang="en-US" dirty="0">
              <a:solidFill>
                <a:srgbClr val="FFFFFF"/>
              </a:solidFill>
            </a:endParaRPr>
          </a:p>
        </p:txBody>
      </p:sp>
      <p:sp>
        <p:nvSpPr>
          <p:cNvPr id="9" name="TextBox 8"/>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10" name="Rectangle 9"/>
          <p:cNvSpPr/>
          <p:nvPr/>
        </p:nvSpPr>
        <p:spPr>
          <a:xfrm>
            <a:off x="8068235" y="282574"/>
            <a:ext cx="91440" cy="16002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155073455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23_Title and Content">
    <p:spTree>
      <p:nvGrpSpPr>
        <p:cNvPr id="1" name=""/>
        <p:cNvGrpSpPr/>
        <p:nvPr/>
      </p:nvGrpSpPr>
      <p:grpSpPr>
        <a:xfrm>
          <a:off x="0" y="0"/>
          <a:ext cx="0" cy="0"/>
          <a:chOff x="0" y="0"/>
          <a:chExt cx="0" cy="0"/>
        </a:xfrm>
      </p:grpSpPr>
      <p:sp>
        <p:nvSpPr>
          <p:cNvPr id="7" name="Rectangle 6"/>
          <p:cNvSpPr/>
          <p:nvPr/>
        </p:nvSpPr>
        <p:spPr>
          <a:xfrm>
            <a:off x="8210550" y="282574"/>
            <a:ext cx="642097"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98474" y="484094"/>
            <a:ext cx="7556313" cy="1116106"/>
          </a:xfrm>
          <a:prstGeom prst="rect">
            <a:avLst/>
          </a:prstGeom>
        </p:spPr>
        <p:txBody>
          <a:bodyPr/>
          <a:lstStyle/>
          <a:p>
            <a:r>
              <a:rPr lang="en-US"/>
              <a:t>Click to edit Master title style</a:t>
            </a:r>
            <a:endParaRPr/>
          </a:p>
        </p:txBody>
      </p:sp>
      <p:sp>
        <p:nvSpPr>
          <p:cNvPr id="3" name="Content Placeholder 2"/>
          <p:cNvSpPr>
            <a:spLocks noGrp="1"/>
          </p:cNvSpPr>
          <p:nvPr>
            <p:ph idx="1"/>
          </p:nvPr>
        </p:nvSpPr>
        <p:spPr>
          <a:xfrm>
            <a:off x="498474" y="1981200"/>
            <a:ext cx="7556313" cy="4144963"/>
          </a:xfrm>
          <a:prstGeom prst="rect">
            <a:avLst/>
          </a:prstGeo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a:xfrm>
            <a:off x="6795247" y="6423585"/>
            <a:ext cx="2133600" cy="365125"/>
          </a:xfrm>
          <a:prstGeom prst="rect">
            <a:avLst/>
          </a:prstGeom>
        </p:spPr>
        <p:txBody>
          <a:bodyPr/>
          <a:lstStyle/>
          <a:p>
            <a:pPr eaLnBrk="1" latinLnBrk="0" hangingPunct="1"/>
            <a:endParaRPr lang="en-US" dirty="0"/>
          </a:p>
        </p:txBody>
      </p:sp>
      <p:sp>
        <p:nvSpPr>
          <p:cNvPr id="5" name="Footer Placeholder 4"/>
          <p:cNvSpPr>
            <a:spLocks noGrp="1"/>
          </p:cNvSpPr>
          <p:nvPr>
            <p:ph type="ftr" sz="quarter" idx="11"/>
          </p:nvPr>
        </p:nvSpPr>
        <p:spPr>
          <a:xfrm>
            <a:off x="201706" y="6423585"/>
            <a:ext cx="6122894" cy="365125"/>
          </a:xfrm>
          <a:prstGeom prst="rect">
            <a:avLst/>
          </a:prstGeom>
        </p:spPr>
        <p:txBody>
          <a:bodyPr/>
          <a:lstStyle/>
          <a:p>
            <a:endParaRPr kumimoji="0" lang="en-US"/>
          </a:p>
        </p:txBody>
      </p:sp>
      <p:sp>
        <p:nvSpPr>
          <p:cNvPr id="6" name="Slide Number Placeholder 5"/>
          <p:cNvSpPr>
            <a:spLocks noGrp="1"/>
          </p:cNvSpPr>
          <p:nvPr>
            <p:ph type="sldNum" sz="quarter" idx="12"/>
          </p:nvPr>
        </p:nvSpPr>
        <p:spPr>
          <a:xfrm>
            <a:off x="8305800" y="242234"/>
            <a:ext cx="554038" cy="365125"/>
          </a:xfrm>
          <a:prstGeom prst="rect">
            <a:avLst/>
          </a:prstGeom>
        </p:spPr>
        <p:txBody>
          <a:bodyPr/>
          <a:lstStyle/>
          <a:p>
            <a:fld id="{F0C94032-CD4C-4C25-B0C2-CEC720522D92}" type="slidenum">
              <a:rPr kumimoji="0" lang="en-US" smtClean="0"/>
              <a:pPr eaLnBrk="1" latinLnBrk="0" hangingPunct="1"/>
              <a:t>‹#›</a:t>
            </a:fld>
            <a:endParaRPr kumimoji="0" lang="en-US" dirty="0">
              <a:solidFill>
                <a:srgbClr val="FFFFFF"/>
              </a:solidFill>
            </a:endParaRPr>
          </a:p>
        </p:txBody>
      </p:sp>
      <p:sp>
        <p:nvSpPr>
          <p:cNvPr id="9" name="TextBox 8"/>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10" name="Rectangle 9"/>
          <p:cNvSpPr/>
          <p:nvPr/>
        </p:nvSpPr>
        <p:spPr>
          <a:xfrm>
            <a:off x="8068235" y="282574"/>
            <a:ext cx="91440" cy="16002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155073455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24_Title and Content">
    <p:spTree>
      <p:nvGrpSpPr>
        <p:cNvPr id="1" name=""/>
        <p:cNvGrpSpPr/>
        <p:nvPr/>
      </p:nvGrpSpPr>
      <p:grpSpPr>
        <a:xfrm>
          <a:off x="0" y="0"/>
          <a:ext cx="0" cy="0"/>
          <a:chOff x="0" y="0"/>
          <a:chExt cx="0" cy="0"/>
        </a:xfrm>
      </p:grpSpPr>
      <p:sp>
        <p:nvSpPr>
          <p:cNvPr id="7" name="Rectangle 6"/>
          <p:cNvSpPr/>
          <p:nvPr/>
        </p:nvSpPr>
        <p:spPr>
          <a:xfrm>
            <a:off x="8210550" y="282574"/>
            <a:ext cx="642097"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98474" y="484094"/>
            <a:ext cx="7556313" cy="1116106"/>
          </a:xfrm>
          <a:prstGeom prst="rect">
            <a:avLst/>
          </a:prstGeom>
        </p:spPr>
        <p:txBody>
          <a:bodyPr/>
          <a:lstStyle/>
          <a:p>
            <a:r>
              <a:rPr lang="en-US"/>
              <a:t>Click to edit Master title style</a:t>
            </a:r>
            <a:endParaRPr/>
          </a:p>
        </p:txBody>
      </p:sp>
      <p:sp>
        <p:nvSpPr>
          <p:cNvPr id="3" name="Content Placeholder 2"/>
          <p:cNvSpPr>
            <a:spLocks noGrp="1"/>
          </p:cNvSpPr>
          <p:nvPr>
            <p:ph idx="1"/>
          </p:nvPr>
        </p:nvSpPr>
        <p:spPr>
          <a:xfrm>
            <a:off x="498474" y="1981200"/>
            <a:ext cx="7556313" cy="4144963"/>
          </a:xfrm>
          <a:prstGeom prst="rect">
            <a:avLst/>
          </a:prstGeo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a:xfrm>
            <a:off x="6795247" y="6423585"/>
            <a:ext cx="2133600" cy="365125"/>
          </a:xfrm>
          <a:prstGeom prst="rect">
            <a:avLst/>
          </a:prstGeom>
        </p:spPr>
        <p:txBody>
          <a:bodyPr/>
          <a:lstStyle/>
          <a:p>
            <a:pPr eaLnBrk="1" latinLnBrk="0" hangingPunct="1"/>
            <a:fld id="{23A271A1-F6D6-438B-A432-4747EE7ECD40}" type="datetimeFigureOut">
              <a:rPr lang="en-US" smtClean="0"/>
              <a:pPr eaLnBrk="1" latinLnBrk="0" hangingPunct="1"/>
              <a:t>7/7/2026</a:t>
            </a:fld>
            <a:endParaRPr lang="en-US" dirty="0"/>
          </a:p>
        </p:txBody>
      </p:sp>
      <p:sp>
        <p:nvSpPr>
          <p:cNvPr id="5" name="Footer Placeholder 4"/>
          <p:cNvSpPr>
            <a:spLocks noGrp="1"/>
          </p:cNvSpPr>
          <p:nvPr>
            <p:ph type="ftr" sz="quarter" idx="11"/>
          </p:nvPr>
        </p:nvSpPr>
        <p:spPr>
          <a:xfrm>
            <a:off x="201706" y="6423585"/>
            <a:ext cx="6122894" cy="365125"/>
          </a:xfrm>
          <a:prstGeom prst="rect">
            <a:avLst/>
          </a:prstGeom>
        </p:spPr>
        <p:txBody>
          <a:bodyPr/>
          <a:lstStyle/>
          <a:p>
            <a:endParaRPr kumimoji="0" lang="en-US"/>
          </a:p>
        </p:txBody>
      </p:sp>
      <p:sp>
        <p:nvSpPr>
          <p:cNvPr id="6" name="Slide Number Placeholder 5"/>
          <p:cNvSpPr>
            <a:spLocks noGrp="1"/>
          </p:cNvSpPr>
          <p:nvPr>
            <p:ph type="sldNum" sz="quarter" idx="12"/>
          </p:nvPr>
        </p:nvSpPr>
        <p:spPr>
          <a:xfrm>
            <a:off x="8305800" y="242234"/>
            <a:ext cx="554038" cy="365125"/>
          </a:xfrm>
          <a:prstGeom prst="rect">
            <a:avLst/>
          </a:prstGeom>
        </p:spPr>
        <p:txBody>
          <a:bodyPr/>
          <a:lstStyle/>
          <a:p>
            <a:fld id="{F0C94032-CD4C-4C25-B0C2-CEC720522D92}" type="slidenum">
              <a:rPr kumimoji="0" lang="en-US" smtClean="0"/>
              <a:pPr eaLnBrk="1" latinLnBrk="0" hangingPunct="1"/>
              <a:t>‹#›</a:t>
            </a:fld>
            <a:endParaRPr kumimoji="0" lang="en-US" dirty="0">
              <a:solidFill>
                <a:srgbClr val="FFFFFF"/>
              </a:solidFill>
            </a:endParaRPr>
          </a:p>
        </p:txBody>
      </p:sp>
      <p:sp>
        <p:nvSpPr>
          <p:cNvPr id="9" name="TextBox 8"/>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10" name="Rectangle 9"/>
          <p:cNvSpPr/>
          <p:nvPr/>
        </p:nvSpPr>
        <p:spPr>
          <a:xfrm>
            <a:off x="8068235" y="282574"/>
            <a:ext cx="91440" cy="16002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376205597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25_Title and Content">
    <p:spTree>
      <p:nvGrpSpPr>
        <p:cNvPr id="1" name=""/>
        <p:cNvGrpSpPr/>
        <p:nvPr/>
      </p:nvGrpSpPr>
      <p:grpSpPr>
        <a:xfrm>
          <a:off x="0" y="0"/>
          <a:ext cx="0" cy="0"/>
          <a:chOff x="0" y="0"/>
          <a:chExt cx="0" cy="0"/>
        </a:xfrm>
      </p:grpSpPr>
      <p:sp>
        <p:nvSpPr>
          <p:cNvPr id="7" name="Rectangle 6"/>
          <p:cNvSpPr/>
          <p:nvPr/>
        </p:nvSpPr>
        <p:spPr>
          <a:xfrm>
            <a:off x="8210550" y="282574"/>
            <a:ext cx="642097"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98474" y="484094"/>
            <a:ext cx="7556313" cy="1116106"/>
          </a:xfrm>
          <a:prstGeom prst="rect">
            <a:avLst/>
          </a:prstGeom>
        </p:spPr>
        <p:txBody>
          <a:bodyPr/>
          <a:lstStyle/>
          <a:p>
            <a:r>
              <a:rPr lang="en-US"/>
              <a:t>Click to edit Master title style</a:t>
            </a:r>
            <a:endParaRPr/>
          </a:p>
        </p:txBody>
      </p:sp>
      <p:sp>
        <p:nvSpPr>
          <p:cNvPr id="3" name="Content Placeholder 2"/>
          <p:cNvSpPr>
            <a:spLocks noGrp="1"/>
          </p:cNvSpPr>
          <p:nvPr>
            <p:ph idx="1"/>
          </p:nvPr>
        </p:nvSpPr>
        <p:spPr>
          <a:xfrm>
            <a:off x="498474" y="1981200"/>
            <a:ext cx="7556313" cy="4144963"/>
          </a:xfrm>
          <a:prstGeom prst="rect">
            <a:avLst/>
          </a:prstGeo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a:xfrm>
            <a:off x="6795247" y="6423585"/>
            <a:ext cx="2133600" cy="365125"/>
          </a:xfrm>
          <a:prstGeom prst="rect">
            <a:avLst/>
          </a:prstGeom>
        </p:spPr>
        <p:txBody>
          <a:bodyPr/>
          <a:lstStyle/>
          <a:p>
            <a:pPr eaLnBrk="1" latinLnBrk="0" hangingPunct="1"/>
            <a:fld id="{23A271A1-F6D6-438B-A432-4747EE7ECD40}" type="datetimeFigureOut">
              <a:rPr lang="en-US" smtClean="0"/>
              <a:pPr eaLnBrk="1" latinLnBrk="0" hangingPunct="1"/>
              <a:t>7/7/2026</a:t>
            </a:fld>
            <a:endParaRPr lang="en-US" dirty="0"/>
          </a:p>
        </p:txBody>
      </p:sp>
      <p:sp>
        <p:nvSpPr>
          <p:cNvPr id="5" name="Footer Placeholder 4"/>
          <p:cNvSpPr>
            <a:spLocks noGrp="1"/>
          </p:cNvSpPr>
          <p:nvPr>
            <p:ph type="ftr" sz="quarter" idx="11"/>
          </p:nvPr>
        </p:nvSpPr>
        <p:spPr>
          <a:xfrm>
            <a:off x="201706" y="6423585"/>
            <a:ext cx="6122894" cy="365125"/>
          </a:xfrm>
          <a:prstGeom prst="rect">
            <a:avLst/>
          </a:prstGeom>
        </p:spPr>
        <p:txBody>
          <a:bodyPr/>
          <a:lstStyle/>
          <a:p>
            <a:endParaRPr kumimoji="0" lang="en-US"/>
          </a:p>
        </p:txBody>
      </p:sp>
      <p:sp>
        <p:nvSpPr>
          <p:cNvPr id="6" name="Slide Number Placeholder 5"/>
          <p:cNvSpPr>
            <a:spLocks noGrp="1"/>
          </p:cNvSpPr>
          <p:nvPr>
            <p:ph type="sldNum" sz="quarter" idx="12"/>
          </p:nvPr>
        </p:nvSpPr>
        <p:spPr>
          <a:xfrm>
            <a:off x="8305800" y="242234"/>
            <a:ext cx="554038" cy="365125"/>
          </a:xfrm>
          <a:prstGeom prst="rect">
            <a:avLst/>
          </a:prstGeom>
        </p:spPr>
        <p:txBody>
          <a:bodyPr/>
          <a:lstStyle/>
          <a:p>
            <a:fld id="{F0C94032-CD4C-4C25-B0C2-CEC720522D92}" type="slidenum">
              <a:rPr kumimoji="0" lang="en-US" smtClean="0"/>
              <a:pPr eaLnBrk="1" latinLnBrk="0" hangingPunct="1"/>
              <a:t>‹#›</a:t>
            </a:fld>
            <a:endParaRPr kumimoji="0" lang="en-US" dirty="0">
              <a:solidFill>
                <a:srgbClr val="FFFFFF"/>
              </a:solidFill>
            </a:endParaRPr>
          </a:p>
        </p:txBody>
      </p:sp>
      <p:sp>
        <p:nvSpPr>
          <p:cNvPr id="9" name="TextBox 8"/>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10" name="Rectangle 9"/>
          <p:cNvSpPr/>
          <p:nvPr/>
        </p:nvSpPr>
        <p:spPr>
          <a:xfrm>
            <a:off x="8068235" y="282574"/>
            <a:ext cx="91440" cy="16002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376205597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26_Title and Content">
    <p:spTree>
      <p:nvGrpSpPr>
        <p:cNvPr id="1" name=""/>
        <p:cNvGrpSpPr/>
        <p:nvPr/>
      </p:nvGrpSpPr>
      <p:grpSpPr>
        <a:xfrm>
          <a:off x="0" y="0"/>
          <a:ext cx="0" cy="0"/>
          <a:chOff x="0" y="0"/>
          <a:chExt cx="0" cy="0"/>
        </a:xfrm>
      </p:grpSpPr>
      <p:sp>
        <p:nvSpPr>
          <p:cNvPr id="7" name="Rectangle 6"/>
          <p:cNvSpPr/>
          <p:nvPr/>
        </p:nvSpPr>
        <p:spPr>
          <a:xfrm>
            <a:off x="8210550" y="282574"/>
            <a:ext cx="642097"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98474" y="484094"/>
            <a:ext cx="7556313" cy="1116106"/>
          </a:xfrm>
          <a:prstGeom prst="rect">
            <a:avLst/>
          </a:prstGeom>
        </p:spPr>
        <p:txBody>
          <a:bodyPr/>
          <a:lstStyle/>
          <a:p>
            <a:r>
              <a:rPr lang="en-US"/>
              <a:t>Click to edit Master title style</a:t>
            </a:r>
            <a:endParaRPr/>
          </a:p>
        </p:txBody>
      </p:sp>
      <p:sp>
        <p:nvSpPr>
          <p:cNvPr id="3" name="Content Placeholder 2"/>
          <p:cNvSpPr>
            <a:spLocks noGrp="1"/>
          </p:cNvSpPr>
          <p:nvPr>
            <p:ph idx="1"/>
          </p:nvPr>
        </p:nvSpPr>
        <p:spPr>
          <a:xfrm>
            <a:off x="498474" y="1981200"/>
            <a:ext cx="7556313" cy="4144963"/>
          </a:xfrm>
          <a:prstGeom prst="rect">
            <a:avLst/>
          </a:prstGeo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a:xfrm>
            <a:off x="6795247" y="6423585"/>
            <a:ext cx="2133600" cy="365125"/>
          </a:xfrm>
          <a:prstGeom prst="rect">
            <a:avLst/>
          </a:prstGeom>
        </p:spPr>
        <p:txBody>
          <a:bodyPr/>
          <a:lstStyle/>
          <a:p>
            <a:pPr eaLnBrk="1" latinLnBrk="0" hangingPunct="1"/>
            <a:fld id="{23A271A1-F6D6-438B-A432-4747EE7ECD40}" type="datetimeFigureOut">
              <a:rPr lang="en-US" smtClean="0"/>
              <a:pPr eaLnBrk="1" latinLnBrk="0" hangingPunct="1"/>
              <a:t>7/7/2026</a:t>
            </a:fld>
            <a:endParaRPr lang="en-US" dirty="0"/>
          </a:p>
        </p:txBody>
      </p:sp>
      <p:sp>
        <p:nvSpPr>
          <p:cNvPr id="5" name="Footer Placeholder 4"/>
          <p:cNvSpPr>
            <a:spLocks noGrp="1"/>
          </p:cNvSpPr>
          <p:nvPr>
            <p:ph type="ftr" sz="quarter" idx="11"/>
          </p:nvPr>
        </p:nvSpPr>
        <p:spPr>
          <a:xfrm>
            <a:off x="201706" y="6423585"/>
            <a:ext cx="6122894" cy="365125"/>
          </a:xfrm>
          <a:prstGeom prst="rect">
            <a:avLst/>
          </a:prstGeom>
        </p:spPr>
        <p:txBody>
          <a:bodyPr/>
          <a:lstStyle/>
          <a:p>
            <a:endParaRPr kumimoji="0" lang="en-US"/>
          </a:p>
        </p:txBody>
      </p:sp>
      <p:sp>
        <p:nvSpPr>
          <p:cNvPr id="6" name="Slide Number Placeholder 5"/>
          <p:cNvSpPr>
            <a:spLocks noGrp="1"/>
          </p:cNvSpPr>
          <p:nvPr>
            <p:ph type="sldNum" sz="quarter" idx="12"/>
          </p:nvPr>
        </p:nvSpPr>
        <p:spPr>
          <a:xfrm>
            <a:off x="8305800" y="242234"/>
            <a:ext cx="554038" cy="365125"/>
          </a:xfrm>
          <a:prstGeom prst="rect">
            <a:avLst/>
          </a:prstGeom>
        </p:spPr>
        <p:txBody>
          <a:bodyPr/>
          <a:lstStyle/>
          <a:p>
            <a:fld id="{F0C94032-CD4C-4C25-B0C2-CEC720522D92}" type="slidenum">
              <a:rPr kumimoji="0" lang="en-US" smtClean="0"/>
              <a:pPr eaLnBrk="1" latinLnBrk="0" hangingPunct="1"/>
              <a:t>‹#›</a:t>
            </a:fld>
            <a:endParaRPr kumimoji="0" lang="en-US" dirty="0">
              <a:solidFill>
                <a:srgbClr val="FFFFFF"/>
              </a:solidFill>
            </a:endParaRPr>
          </a:p>
        </p:txBody>
      </p:sp>
      <p:sp>
        <p:nvSpPr>
          <p:cNvPr id="9" name="TextBox 8"/>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10" name="Rectangle 9"/>
          <p:cNvSpPr/>
          <p:nvPr/>
        </p:nvSpPr>
        <p:spPr>
          <a:xfrm>
            <a:off x="8068235" y="282574"/>
            <a:ext cx="91440" cy="16002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376205597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27_Title and Content">
    <p:spTree>
      <p:nvGrpSpPr>
        <p:cNvPr id="1" name=""/>
        <p:cNvGrpSpPr/>
        <p:nvPr/>
      </p:nvGrpSpPr>
      <p:grpSpPr>
        <a:xfrm>
          <a:off x="0" y="0"/>
          <a:ext cx="0" cy="0"/>
          <a:chOff x="0" y="0"/>
          <a:chExt cx="0" cy="0"/>
        </a:xfrm>
      </p:grpSpPr>
      <p:sp>
        <p:nvSpPr>
          <p:cNvPr id="7" name="Rectangle 6"/>
          <p:cNvSpPr/>
          <p:nvPr/>
        </p:nvSpPr>
        <p:spPr>
          <a:xfrm>
            <a:off x="8210550" y="282574"/>
            <a:ext cx="642097"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98474" y="484094"/>
            <a:ext cx="7556313" cy="1116106"/>
          </a:xfrm>
          <a:prstGeom prst="rect">
            <a:avLst/>
          </a:prstGeom>
        </p:spPr>
        <p:txBody>
          <a:bodyPr/>
          <a:lstStyle/>
          <a:p>
            <a:r>
              <a:rPr lang="en-US"/>
              <a:t>Click to edit Master title style</a:t>
            </a:r>
            <a:endParaRPr/>
          </a:p>
        </p:txBody>
      </p:sp>
      <p:sp>
        <p:nvSpPr>
          <p:cNvPr id="3" name="Content Placeholder 2"/>
          <p:cNvSpPr>
            <a:spLocks noGrp="1"/>
          </p:cNvSpPr>
          <p:nvPr>
            <p:ph idx="1"/>
          </p:nvPr>
        </p:nvSpPr>
        <p:spPr>
          <a:xfrm>
            <a:off x="498474" y="1981200"/>
            <a:ext cx="7556313" cy="4144963"/>
          </a:xfrm>
          <a:prstGeom prst="rect">
            <a:avLst/>
          </a:prstGeo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a:xfrm>
            <a:off x="6795247" y="6423585"/>
            <a:ext cx="2133600" cy="365125"/>
          </a:xfrm>
          <a:prstGeom prst="rect">
            <a:avLst/>
          </a:prstGeom>
        </p:spPr>
        <p:txBody>
          <a:bodyPr/>
          <a:lstStyle/>
          <a:p>
            <a:pPr eaLnBrk="1" latinLnBrk="0" hangingPunct="1"/>
            <a:fld id="{23A271A1-F6D6-438B-A432-4747EE7ECD40}" type="datetimeFigureOut">
              <a:rPr lang="en-US" smtClean="0"/>
              <a:pPr eaLnBrk="1" latinLnBrk="0" hangingPunct="1"/>
              <a:t>7/7/2026</a:t>
            </a:fld>
            <a:endParaRPr lang="en-US" dirty="0"/>
          </a:p>
        </p:txBody>
      </p:sp>
      <p:sp>
        <p:nvSpPr>
          <p:cNvPr id="5" name="Footer Placeholder 4"/>
          <p:cNvSpPr>
            <a:spLocks noGrp="1"/>
          </p:cNvSpPr>
          <p:nvPr>
            <p:ph type="ftr" sz="quarter" idx="11"/>
          </p:nvPr>
        </p:nvSpPr>
        <p:spPr>
          <a:xfrm>
            <a:off x="201706" y="6423585"/>
            <a:ext cx="6122894" cy="365125"/>
          </a:xfrm>
          <a:prstGeom prst="rect">
            <a:avLst/>
          </a:prstGeom>
        </p:spPr>
        <p:txBody>
          <a:bodyPr/>
          <a:lstStyle/>
          <a:p>
            <a:endParaRPr kumimoji="0" lang="en-US"/>
          </a:p>
        </p:txBody>
      </p:sp>
      <p:sp>
        <p:nvSpPr>
          <p:cNvPr id="6" name="Slide Number Placeholder 5"/>
          <p:cNvSpPr>
            <a:spLocks noGrp="1"/>
          </p:cNvSpPr>
          <p:nvPr>
            <p:ph type="sldNum" sz="quarter" idx="12"/>
          </p:nvPr>
        </p:nvSpPr>
        <p:spPr>
          <a:xfrm>
            <a:off x="8305800" y="242234"/>
            <a:ext cx="554038" cy="365125"/>
          </a:xfrm>
          <a:prstGeom prst="rect">
            <a:avLst/>
          </a:prstGeom>
        </p:spPr>
        <p:txBody>
          <a:bodyPr/>
          <a:lstStyle/>
          <a:p>
            <a:fld id="{F0C94032-CD4C-4C25-B0C2-CEC720522D92}" type="slidenum">
              <a:rPr kumimoji="0" lang="en-US" smtClean="0"/>
              <a:pPr eaLnBrk="1" latinLnBrk="0" hangingPunct="1"/>
              <a:t>‹#›</a:t>
            </a:fld>
            <a:endParaRPr kumimoji="0" lang="en-US" dirty="0">
              <a:solidFill>
                <a:srgbClr val="FFFFFF"/>
              </a:solidFill>
            </a:endParaRPr>
          </a:p>
        </p:txBody>
      </p:sp>
      <p:sp>
        <p:nvSpPr>
          <p:cNvPr id="9" name="TextBox 8"/>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10" name="Rectangle 9"/>
          <p:cNvSpPr/>
          <p:nvPr/>
        </p:nvSpPr>
        <p:spPr>
          <a:xfrm>
            <a:off x="8068235" y="282574"/>
            <a:ext cx="91440" cy="16002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376205597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28_Title and Content">
    <p:spTree>
      <p:nvGrpSpPr>
        <p:cNvPr id="1" name=""/>
        <p:cNvGrpSpPr/>
        <p:nvPr/>
      </p:nvGrpSpPr>
      <p:grpSpPr>
        <a:xfrm>
          <a:off x="0" y="0"/>
          <a:ext cx="0" cy="0"/>
          <a:chOff x="0" y="0"/>
          <a:chExt cx="0" cy="0"/>
        </a:xfrm>
      </p:grpSpPr>
      <p:sp>
        <p:nvSpPr>
          <p:cNvPr id="7" name="Rectangle 6"/>
          <p:cNvSpPr/>
          <p:nvPr/>
        </p:nvSpPr>
        <p:spPr>
          <a:xfrm>
            <a:off x="8210550" y="282574"/>
            <a:ext cx="642097"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98474" y="484094"/>
            <a:ext cx="7556313" cy="1116106"/>
          </a:xfrm>
          <a:prstGeom prst="rect">
            <a:avLst/>
          </a:prstGeom>
        </p:spPr>
        <p:txBody>
          <a:bodyPr/>
          <a:lstStyle/>
          <a:p>
            <a:r>
              <a:rPr lang="en-US"/>
              <a:t>Click to edit Master title style</a:t>
            </a:r>
            <a:endParaRPr/>
          </a:p>
        </p:txBody>
      </p:sp>
      <p:sp>
        <p:nvSpPr>
          <p:cNvPr id="3" name="Content Placeholder 2"/>
          <p:cNvSpPr>
            <a:spLocks noGrp="1"/>
          </p:cNvSpPr>
          <p:nvPr>
            <p:ph idx="1"/>
          </p:nvPr>
        </p:nvSpPr>
        <p:spPr>
          <a:xfrm>
            <a:off x="498474" y="1981200"/>
            <a:ext cx="7556313" cy="4144963"/>
          </a:xfrm>
          <a:prstGeom prst="rect">
            <a:avLst/>
          </a:prstGeo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a:xfrm>
            <a:off x="6795247" y="6423585"/>
            <a:ext cx="2133600" cy="365125"/>
          </a:xfrm>
          <a:prstGeom prst="rect">
            <a:avLst/>
          </a:prstGeom>
        </p:spPr>
        <p:txBody>
          <a:bodyPr/>
          <a:lstStyle/>
          <a:p>
            <a:pPr eaLnBrk="1" latinLnBrk="0" hangingPunct="1"/>
            <a:fld id="{23A271A1-F6D6-438B-A432-4747EE7ECD40}" type="datetimeFigureOut">
              <a:rPr lang="en-US" smtClean="0"/>
              <a:pPr eaLnBrk="1" latinLnBrk="0" hangingPunct="1"/>
              <a:t>7/7/2026</a:t>
            </a:fld>
            <a:endParaRPr lang="en-US" dirty="0"/>
          </a:p>
        </p:txBody>
      </p:sp>
      <p:sp>
        <p:nvSpPr>
          <p:cNvPr id="5" name="Footer Placeholder 4"/>
          <p:cNvSpPr>
            <a:spLocks noGrp="1"/>
          </p:cNvSpPr>
          <p:nvPr>
            <p:ph type="ftr" sz="quarter" idx="11"/>
          </p:nvPr>
        </p:nvSpPr>
        <p:spPr>
          <a:xfrm>
            <a:off x="201706" y="6423585"/>
            <a:ext cx="6122894" cy="365125"/>
          </a:xfrm>
          <a:prstGeom prst="rect">
            <a:avLst/>
          </a:prstGeom>
        </p:spPr>
        <p:txBody>
          <a:bodyPr/>
          <a:lstStyle/>
          <a:p>
            <a:endParaRPr kumimoji="0" lang="en-US"/>
          </a:p>
        </p:txBody>
      </p:sp>
      <p:sp>
        <p:nvSpPr>
          <p:cNvPr id="6" name="Slide Number Placeholder 5"/>
          <p:cNvSpPr>
            <a:spLocks noGrp="1"/>
          </p:cNvSpPr>
          <p:nvPr>
            <p:ph type="sldNum" sz="quarter" idx="12"/>
          </p:nvPr>
        </p:nvSpPr>
        <p:spPr>
          <a:xfrm>
            <a:off x="8305800" y="242234"/>
            <a:ext cx="554038" cy="365125"/>
          </a:xfrm>
          <a:prstGeom prst="rect">
            <a:avLst/>
          </a:prstGeom>
        </p:spPr>
        <p:txBody>
          <a:bodyPr/>
          <a:lstStyle/>
          <a:p>
            <a:fld id="{F0C94032-CD4C-4C25-B0C2-CEC720522D92}" type="slidenum">
              <a:rPr kumimoji="0" lang="en-US" smtClean="0"/>
              <a:pPr eaLnBrk="1" latinLnBrk="0" hangingPunct="1"/>
              <a:t>‹#›</a:t>
            </a:fld>
            <a:endParaRPr kumimoji="0" lang="en-US" dirty="0">
              <a:solidFill>
                <a:srgbClr val="FFFFFF"/>
              </a:solidFill>
            </a:endParaRPr>
          </a:p>
        </p:txBody>
      </p:sp>
      <p:sp>
        <p:nvSpPr>
          <p:cNvPr id="9" name="TextBox 8"/>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10" name="Rectangle 9"/>
          <p:cNvSpPr/>
          <p:nvPr/>
        </p:nvSpPr>
        <p:spPr>
          <a:xfrm>
            <a:off x="8068235" y="282574"/>
            <a:ext cx="91440" cy="16002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376205597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29_Title and Content">
    <p:spTree>
      <p:nvGrpSpPr>
        <p:cNvPr id="1" name=""/>
        <p:cNvGrpSpPr/>
        <p:nvPr/>
      </p:nvGrpSpPr>
      <p:grpSpPr>
        <a:xfrm>
          <a:off x="0" y="0"/>
          <a:ext cx="0" cy="0"/>
          <a:chOff x="0" y="0"/>
          <a:chExt cx="0" cy="0"/>
        </a:xfrm>
      </p:grpSpPr>
      <p:sp>
        <p:nvSpPr>
          <p:cNvPr id="7" name="Rectangle 6"/>
          <p:cNvSpPr/>
          <p:nvPr/>
        </p:nvSpPr>
        <p:spPr>
          <a:xfrm>
            <a:off x="8210550" y="282574"/>
            <a:ext cx="642097"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98474" y="484094"/>
            <a:ext cx="7556313" cy="1116106"/>
          </a:xfrm>
          <a:prstGeom prst="rect">
            <a:avLst/>
          </a:prstGeom>
        </p:spPr>
        <p:txBody>
          <a:bodyPr/>
          <a:lstStyle/>
          <a:p>
            <a:r>
              <a:rPr lang="en-US"/>
              <a:t>Click to edit Master title style</a:t>
            </a:r>
            <a:endParaRPr/>
          </a:p>
        </p:txBody>
      </p:sp>
      <p:sp>
        <p:nvSpPr>
          <p:cNvPr id="3" name="Content Placeholder 2"/>
          <p:cNvSpPr>
            <a:spLocks noGrp="1"/>
          </p:cNvSpPr>
          <p:nvPr>
            <p:ph idx="1"/>
          </p:nvPr>
        </p:nvSpPr>
        <p:spPr>
          <a:xfrm>
            <a:off x="498474" y="1981200"/>
            <a:ext cx="7556313" cy="4144963"/>
          </a:xfrm>
          <a:prstGeom prst="rect">
            <a:avLst/>
          </a:prstGeo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a:xfrm>
            <a:off x="6795247" y="6423585"/>
            <a:ext cx="2133600" cy="365125"/>
          </a:xfrm>
          <a:prstGeom prst="rect">
            <a:avLst/>
          </a:prstGeom>
        </p:spPr>
        <p:txBody>
          <a:bodyPr/>
          <a:lstStyle/>
          <a:p>
            <a:pPr eaLnBrk="1" latinLnBrk="0" hangingPunct="1"/>
            <a:fld id="{23A271A1-F6D6-438B-A432-4747EE7ECD40}" type="datetimeFigureOut">
              <a:rPr lang="en-US" smtClean="0"/>
              <a:pPr eaLnBrk="1" latinLnBrk="0" hangingPunct="1"/>
              <a:t>7/7/2026</a:t>
            </a:fld>
            <a:endParaRPr lang="en-US" dirty="0"/>
          </a:p>
        </p:txBody>
      </p:sp>
      <p:sp>
        <p:nvSpPr>
          <p:cNvPr id="5" name="Footer Placeholder 4"/>
          <p:cNvSpPr>
            <a:spLocks noGrp="1"/>
          </p:cNvSpPr>
          <p:nvPr>
            <p:ph type="ftr" sz="quarter" idx="11"/>
          </p:nvPr>
        </p:nvSpPr>
        <p:spPr>
          <a:xfrm>
            <a:off x="201706" y="6423585"/>
            <a:ext cx="6122894" cy="365125"/>
          </a:xfrm>
          <a:prstGeom prst="rect">
            <a:avLst/>
          </a:prstGeom>
        </p:spPr>
        <p:txBody>
          <a:bodyPr/>
          <a:lstStyle/>
          <a:p>
            <a:endParaRPr kumimoji="0" lang="en-US"/>
          </a:p>
        </p:txBody>
      </p:sp>
      <p:sp>
        <p:nvSpPr>
          <p:cNvPr id="6" name="Slide Number Placeholder 5"/>
          <p:cNvSpPr>
            <a:spLocks noGrp="1"/>
          </p:cNvSpPr>
          <p:nvPr>
            <p:ph type="sldNum" sz="quarter" idx="12"/>
          </p:nvPr>
        </p:nvSpPr>
        <p:spPr>
          <a:xfrm>
            <a:off x="8305800" y="242234"/>
            <a:ext cx="554038" cy="365125"/>
          </a:xfrm>
          <a:prstGeom prst="rect">
            <a:avLst/>
          </a:prstGeom>
        </p:spPr>
        <p:txBody>
          <a:bodyPr/>
          <a:lstStyle/>
          <a:p>
            <a:fld id="{F0C94032-CD4C-4C25-B0C2-CEC720522D92}" type="slidenum">
              <a:rPr kumimoji="0" lang="en-US" smtClean="0"/>
              <a:pPr eaLnBrk="1" latinLnBrk="0" hangingPunct="1"/>
              <a:t>‹#›</a:t>
            </a:fld>
            <a:endParaRPr kumimoji="0" lang="en-US" dirty="0">
              <a:solidFill>
                <a:srgbClr val="FFFFFF"/>
              </a:solidFill>
            </a:endParaRPr>
          </a:p>
        </p:txBody>
      </p:sp>
      <p:sp>
        <p:nvSpPr>
          <p:cNvPr id="9" name="TextBox 8"/>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10" name="Rectangle 9"/>
          <p:cNvSpPr/>
          <p:nvPr/>
        </p:nvSpPr>
        <p:spPr>
          <a:xfrm>
            <a:off x="8068235" y="282574"/>
            <a:ext cx="91440" cy="16002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146701586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30_Title and Content">
    <p:spTree>
      <p:nvGrpSpPr>
        <p:cNvPr id="1" name=""/>
        <p:cNvGrpSpPr/>
        <p:nvPr/>
      </p:nvGrpSpPr>
      <p:grpSpPr>
        <a:xfrm>
          <a:off x="0" y="0"/>
          <a:ext cx="0" cy="0"/>
          <a:chOff x="0" y="0"/>
          <a:chExt cx="0" cy="0"/>
        </a:xfrm>
      </p:grpSpPr>
      <p:sp>
        <p:nvSpPr>
          <p:cNvPr id="7" name="Rectangle 6"/>
          <p:cNvSpPr/>
          <p:nvPr/>
        </p:nvSpPr>
        <p:spPr>
          <a:xfrm>
            <a:off x="8210550" y="282574"/>
            <a:ext cx="642097"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98474" y="484094"/>
            <a:ext cx="7556313" cy="1116106"/>
          </a:xfrm>
          <a:prstGeom prst="rect">
            <a:avLst/>
          </a:prstGeom>
        </p:spPr>
        <p:txBody>
          <a:bodyPr/>
          <a:lstStyle/>
          <a:p>
            <a:r>
              <a:rPr lang="en-US"/>
              <a:t>Click to edit Master title style</a:t>
            </a:r>
            <a:endParaRPr/>
          </a:p>
        </p:txBody>
      </p:sp>
      <p:sp>
        <p:nvSpPr>
          <p:cNvPr id="3" name="Content Placeholder 2"/>
          <p:cNvSpPr>
            <a:spLocks noGrp="1"/>
          </p:cNvSpPr>
          <p:nvPr>
            <p:ph idx="1"/>
          </p:nvPr>
        </p:nvSpPr>
        <p:spPr>
          <a:xfrm>
            <a:off x="498474" y="1981200"/>
            <a:ext cx="7556313" cy="4144963"/>
          </a:xfrm>
          <a:prstGeom prst="rect">
            <a:avLst/>
          </a:prstGeo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a:xfrm>
            <a:off x="6795247" y="6423585"/>
            <a:ext cx="2133600" cy="365125"/>
          </a:xfrm>
          <a:prstGeom prst="rect">
            <a:avLst/>
          </a:prstGeom>
        </p:spPr>
        <p:txBody>
          <a:bodyPr/>
          <a:lstStyle/>
          <a:p>
            <a:pPr eaLnBrk="1" latinLnBrk="0" hangingPunct="1"/>
            <a:fld id="{23A271A1-F6D6-438B-A432-4747EE7ECD40}" type="datetimeFigureOut">
              <a:rPr lang="en-US" smtClean="0"/>
              <a:pPr eaLnBrk="1" latinLnBrk="0" hangingPunct="1"/>
              <a:t>7/7/2026</a:t>
            </a:fld>
            <a:endParaRPr lang="en-US" dirty="0"/>
          </a:p>
        </p:txBody>
      </p:sp>
      <p:sp>
        <p:nvSpPr>
          <p:cNvPr id="5" name="Footer Placeholder 4"/>
          <p:cNvSpPr>
            <a:spLocks noGrp="1"/>
          </p:cNvSpPr>
          <p:nvPr>
            <p:ph type="ftr" sz="quarter" idx="11"/>
          </p:nvPr>
        </p:nvSpPr>
        <p:spPr>
          <a:xfrm>
            <a:off x="201706" y="6423585"/>
            <a:ext cx="6122894" cy="365125"/>
          </a:xfrm>
          <a:prstGeom prst="rect">
            <a:avLst/>
          </a:prstGeom>
        </p:spPr>
        <p:txBody>
          <a:bodyPr/>
          <a:lstStyle/>
          <a:p>
            <a:endParaRPr kumimoji="0" lang="en-US"/>
          </a:p>
        </p:txBody>
      </p:sp>
      <p:sp>
        <p:nvSpPr>
          <p:cNvPr id="6" name="Slide Number Placeholder 5"/>
          <p:cNvSpPr>
            <a:spLocks noGrp="1"/>
          </p:cNvSpPr>
          <p:nvPr>
            <p:ph type="sldNum" sz="quarter" idx="12"/>
          </p:nvPr>
        </p:nvSpPr>
        <p:spPr>
          <a:xfrm>
            <a:off x="8305800" y="242234"/>
            <a:ext cx="554038" cy="365125"/>
          </a:xfrm>
          <a:prstGeom prst="rect">
            <a:avLst/>
          </a:prstGeom>
        </p:spPr>
        <p:txBody>
          <a:bodyPr/>
          <a:lstStyle/>
          <a:p>
            <a:fld id="{F0C94032-CD4C-4C25-B0C2-CEC720522D92}" type="slidenum">
              <a:rPr kumimoji="0" lang="en-US" smtClean="0"/>
              <a:pPr eaLnBrk="1" latinLnBrk="0" hangingPunct="1"/>
              <a:t>‹#›</a:t>
            </a:fld>
            <a:endParaRPr kumimoji="0" lang="en-US" dirty="0">
              <a:solidFill>
                <a:srgbClr val="FFFFFF"/>
              </a:solidFill>
            </a:endParaRPr>
          </a:p>
        </p:txBody>
      </p:sp>
      <p:sp>
        <p:nvSpPr>
          <p:cNvPr id="9" name="TextBox 8"/>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10" name="Rectangle 9"/>
          <p:cNvSpPr/>
          <p:nvPr/>
        </p:nvSpPr>
        <p:spPr>
          <a:xfrm>
            <a:off x="8068235" y="282574"/>
            <a:ext cx="91440" cy="16002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146701586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1485"/>
            <a:ext cx="7772400" cy="1468967"/>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1DC1F-5561-484E-AB46-68C682854F61}" type="slidenum">
              <a:rPr lang="en-US" smtClean="0"/>
              <a:t>‹#›</a:t>
            </a:fld>
            <a:endParaRPr lang="en-US"/>
          </a:p>
        </p:txBody>
      </p:sp>
    </p:spTree>
    <p:extLst>
      <p:ext uri="{BB962C8B-B14F-4D97-AF65-F5344CB8AC3E}">
        <p14:creationId xmlns:p14="http://schemas.microsoft.com/office/powerpoint/2010/main" val="189595950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a:latin typeface="Arial" pitchFamily="34" charset="0"/>
                <a:cs typeface="Arial" pitchFamily="34" charset="0"/>
              </a:defRPr>
            </a:lvl1pPr>
          </a:lstStyle>
          <a:p>
            <a:r>
              <a:rPr lang="en-US" dirty="0"/>
              <a:t>Click to edit Master title style</a:t>
            </a:r>
          </a:p>
        </p:txBody>
      </p:sp>
      <p:sp>
        <p:nvSpPr>
          <p:cNvPr id="3" name="Content Placeholder 2"/>
          <p:cNvSpPr>
            <a:spLocks noGrp="1"/>
          </p:cNvSpPr>
          <p:nvPr>
            <p:ph idx="1"/>
          </p:nvPr>
        </p:nvSpPr>
        <p:spPr/>
        <p:txBody>
          <a:bodyPr>
            <a:normAutofit/>
          </a:bodyPr>
          <a:lstStyle>
            <a:lvl1pPr latinLnBrk="0">
              <a:defRPr sz="2200">
                <a:latin typeface="Bookman Old Style" pitchFamily="18" charset="0"/>
              </a:defRPr>
            </a:lvl1pPr>
            <a:lvl2pPr latinLnBrk="0">
              <a:defRPr sz="2000">
                <a:latin typeface="Bookman Old Style" pitchFamily="18" charset="0"/>
              </a:defRPr>
            </a:lvl2pPr>
            <a:lvl3pPr latinLnBrk="0">
              <a:defRPr sz="1800">
                <a:latin typeface="Bookman Old Style" pitchFamily="18" charset="0"/>
              </a:defRPr>
            </a:lvl3pPr>
            <a:lvl4pPr latinLnBrk="0">
              <a:defRPr sz="2000">
                <a:latin typeface="Bookman Old Style" pitchFamily="18" charset="0"/>
              </a:defRPr>
            </a:lvl4pPr>
            <a:lvl5pPr latinLnBrk="0">
              <a:defRPr sz="2000">
                <a:latin typeface="Bookman Old Style"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1DC1F-5561-484E-AB46-68C682854F61}" type="slidenum">
              <a:rPr lang="en-US" smtClean="0"/>
              <a:t>‹#›</a:t>
            </a:fld>
            <a:endParaRPr lang="en-US"/>
          </a:p>
        </p:txBody>
      </p:sp>
      <p:sp>
        <p:nvSpPr>
          <p:cNvPr id="7" name="Rectangle 6"/>
          <p:cNvSpPr/>
          <p:nvPr userDrawn="1"/>
        </p:nvSpPr>
        <p:spPr>
          <a:xfrm>
            <a:off x="0" y="0"/>
            <a:ext cx="9144000" cy="164637"/>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userDrawn="1"/>
        </p:nvSpPr>
        <p:spPr>
          <a:xfrm>
            <a:off x="0" y="6720747"/>
            <a:ext cx="9144000" cy="164637"/>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1513303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3133"/>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185"/>
            <a:ext cx="7772400" cy="1500716"/>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1DC1F-5561-484E-AB46-68C682854F61}" type="slidenum">
              <a:rPr lang="en-US" smtClean="0"/>
              <a:t>‹#›</a:t>
            </a:fld>
            <a:endParaRPr lang="en-US"/>
          </a:p>
        </p:txBody>
      </p:sp>
    </p:spTree>
    <p:extLst>
      <p:ext uri="{BB962C8B-B14F-4D97-AF65-F5344CB8AC3E}">
        <p14:creationId xmlns:p14="http://schemas.microsoft.com/office/powerpoint/2010/main" val="186043110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1"/>
            <a:ext cx="4038600" cy="452543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43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31DC1F-5561-484E-AB46-68C682854F61}" type="slidenum">
              <a:rPr lang="en-US" smtClean="0"/>
              <a:t>‹#›</a:t>
            </a:fld>
            <a:endParaRPr lang="en-US"/>
          </a:p>
        </p:txBody>
      </p:sp>
    </p:spTree>
    <p:extLst>
      <p:ext uri="{BB962C8B-B14F-4D97-AF65-F5344CB8AC3E}">
        <p14:creationId xmlns:p14="http://schemas.microsoft.com/office/powerpoint/2010/main" val="350580291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4584"/>
            <a:ext cx="4040188" cy="641349"/>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5934"/>
            <a:ext cx="4040188" cy="39497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4584"/>
            <a:ext cx="4041775" cy="641349"/>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2175934"/>
            <a:ext cx="4041775" cy="39497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F31DC1F-5561-484E-AB46-68C682854F61}" type="slidenum">
              <a:rPr lang="en-US" smtClean="0"/>
              <a:t>‹#›</a:t>
            </a:fld>
            <a:endParaRPr lang="en-US"/>
          </a:p>
        </p:txBody>
      </p:sp>
    </p:spTree>
    <p:extLst>
      <p:ext uri="{BB962C8B-B14F-4D97-AF65-F5344CB8AC3E}">
        <p14:creationId xmlns:p14="http://schemas.microsoft.com/office/powerpoint/2010/main" val="353879402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F31DC1F-5561-484E-AB46-68C682854F61}" type="slidenum">
              <a:rPr lang="en-US" smtClean="0"/>
              <a:t>‹#›</a:t>
            </a:fld>
            <a:endParaRPr lang="en-US"/>
          </a:p>
        </p:txBody>
      </p:sp>
    </p:spTree>
    <p:extLst>
      <p:ext uri="{BB962C8B-B14F-4D97-AF65-F5344CB8AC3E}">
        <p14:creationId xmlns:p14="http://schemas.microsoft.com/office/powerpoint/2010/main" val="115051099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F31DC1F-5561-484E-AB46-68C682854F61}" type="slidenum">
              <a:rPr lang="en-US" smtClean="0"/>
              <a:t>‹#›</a:t>
            </a:fld>
            <a:endParaRPr lang="en-US"/>
          </a:p>
        </p:txBody>
      </p:sp>
    </p:spTree>
    <p:extLst>
      <p:ext uri="{BB962C8B-B14F-4D97-AF65-F5344CB8AC3E}">
        <p14:creationId xmlns:p14="http://schemas.microsoft.com/office/powerpoint/2010/main" val="240353540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2"/>
            <a:ext cx="3008313" cy="1162049"/>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1"/>
            <a:ext cx="5111750" cy="585258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0"/>
            <a:ext cx="3008313" cy="469053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31DC1F-5561-484E-AB46-68C682854F61}" type="slidenum">
              <a:rPr lang="en-US" smtClean="0"/>
              <a:t>‹#›</a:t>
            </a:fld>
            <a:endParaRPr lang="en-US"/>
          </a:p>
        </p:txBody>
      </p:sp>
    </p:spTree>
    <p:extLst>
      <p:ext uri="{BB962C8B-B14F-4D97-AF65-F5344CB8AC3E}">
        <p14:creationId xmlns:p14="http://schemas.microsoft.com/office/powerpoint/2010/main" val="50182494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7267"/>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3833"/>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867"/>
            <a:ext cx="5486400" cy="80433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31DC1F-5561-484E-AB46-68C682854F61}" type="slidenum">
              <a:rPr lang="en-US" smtClean="0"/>
              <a:t>‹#›</a:t>
            </a:fld>
            <a:endParaRPr lang="en-US"/>
          </a:p>
        </p:txBody>
      </p:sp>
    </p:spTree>
    <p:extLst>
      <p:ext uri="{BB962C8B-B14F-4D97-AF65-F5344CB8AC3E}">
        <p14:creationId xmlns:p14="http://schemas.microsoft.com/office/powerpoint/2010/main" val="72244091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1DC1F-5561-484E-AB46-68C682854F61}" type="slidenum">
              <a:rPr lang="en-US" smtClean="0"/>
              <a:t>‹#›</a:t>
            </a:fld>
            <a:endParaRPr lang="en-US"/>
          </a:p>
        </p:txBody>
      </p:sp>
    </p:spTree>
    <p:extLst>
      <p:ext uri="{BB962C8B-B14F-4D97-AF65-F5344CB8AC3E}">
        <p14:creationId xmlns:p14="http://schemas.microsoft.com/office/powerpoint/2010/main" val="281087169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5167"/>
            <a:ext cx="2057400" cy="585046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5167"/>
            <a:ext cx="6019800" cy="585046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1DC1F-5561-484E-AB46-68C682854F61}" type="slidenum">
              <a:rPr lang="en-US" smtClean="0"/>
              <a:t>‹#›</a:t>
            </a:fld>
            <a:endParaRPr lang="en-US"/>
          </a:p>
        </p:txBody>
      </p:sp>
    </p:spTree>
    <p:extLst>
      <p:ext uri="{BB962C8B-B14F-4D97-AF65-F5344CB8AC3E}">
        <p14:creationId xmlns:p14="http://schemas.microsoft.com/office/powerpoint/2010/main" val="42400912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2.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523917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73" r:id="rId4"/>
    <p:sldLayoutId id="2147483674" r:id="rId5"/>
    <p:sldLayoutId id="2147483677" r:id="rId6"/>
    <p:sldLayoutId id="2147483678" r:id="rId7"/>
    <p:sldLayoutId id="2147483679" r:id="rId8"/>
    <p:sldLayoutId id="2147483680" r:id="rId9"/>
    <p:sldLayoutId id="2147483681" r:id="rId10"/>
    <p:sldLayoutId id="2147483682" r:id="rId11"/>
    <p:sldLayoutId id="2147483683" r:id="rId12"/>
    <p:sldLayoutId id="2147483684" r:id="rId13"/>
    <p:sldLayoutId id="2147483685" r:id="rId14"/>
    <p:sldLayoutId id="2147483686" r:id="rId15"/>
    <p:sldLayoutId id="2147483687" r:id="rId16"/>
    <p:sldLayoutId id="2147483688" r:id="rId17"/>
    <p:sldLayoutId id="2147483689" r:id="rId18"/>
    <p:sldLayoutId id="2147483690" r:id="rId19"/>
    <p:sldLayoutId id="2147483691" r:id="rId20"/>
    <p:sldLayoutId id="2147483692" r:id="rId21"/>
    <p:sldLayoutId id="2147483693" r:id="rId22"/>
    <p:sldLayoutId id="2147483694" r:id="rId23"/>
    <p:sldLayoutId id="2147483695" r:id="rId24"/>
    <p:sldLayoutId id="2147483696" r:id="rId25"/>
    <p:sldLayoutId id="2147483697" r:id="rId26"/>
    <p:sldLayoutId id="2147483698" r:id="rId27"/>
    <p:sldLayoutId id="2147483699" r:id="rId28"/>
    <p:sldLayoutId id="2147483700" r:id="rId29"/>
    <p:sldLayoutId id="2147483701" r:id="rId30"/>
    <p:sldLayoutId id="2147483702" r:id="rId31"/>
    <p:sldLayoutId id="2147483710" r:id="rId32"/>
    <p:sldLayoutId id="2147483711" r:id="rId33"/>
  </p:sldLayoutIdLst>
  <p:hf sldNum="0" hdr="0" ftr="0" dt="0"/>
  <p:txStyles>
    <p:titleStyle>
      <a:lvl1pPr algn="ctr" defTabSz="914400" rtl="0" eaLnBrk="1" latinLnBrk="1" hangingPunct="1">
        <a:spcBef>
          <a:spcPct val="0"/>
        </a:spcBef>
        <a:buNone/>
        <a:defRPr sz="3600" b="1" kern="1200">
          <a:solidFill>
            <a:schemeClr val="tx1"/>
          </a:solidFill>
          <a:latin typeface="Arial" pitchFamily="34" charset="0"/>
          <a:ea typeface="+mj-ea"/>
          <a:cs typeface="Arial" pitchFamily="34" charset="0"/>
        </a:defRPr>
      </a:lvl1pPr>
    </p:titleStyle>
    <p:body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5167"/>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1"/>
            <a:ext cx="8229600" cy="452543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1"/>
            <a:ext cx="2133600" cy="366183"/>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124200" y="6356351"/>
            <a:ext cx="2895600" cy="366183"/>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1"/>
            <a:ext cx="2133600" cy="366183"/>
          </a:xfrm>
          <a:prstGeom prst="rect">
            <a:avLst/>
          </a:prstGeom>
        </p:spPr>
        <p:txBody>
          <a:bodyPr vert="horz" lIns="91440" tIns="45720" rIns="91440" bIns="45720" rtlCol="0" anchor="ctr"/>
          <a:lstStyle>
            <a:lvl1pPr algn="r">
              <a:defRPr sz="1200">
                <a:solidFill>
                  <a:schemeClr val="tx1">
                    <a:tint val="75000"/>
                  </a:schemeClr>
                </a:solidFill>
              </a:defRPr>
            </a:lvl1pPr>
          </a:lstStyle>
          <a:p>
            <a:fld id="{0F31DC1F-5561-484E-AB46-68C682854F61}" type="slidenum">
              <a:rPr lang="en-US" smtClean="0"/>
              <a:t>‹#›</a:t>
            </a:fld>
            <a:endParaRPr lang="en-US"/>
          </a:p>
        </p:txBody>
      </p:sp>
    </p:spTree>
    <p:extLst>
      <p:ext uri="{BB962C8B-B14F-4D97-AF65-F5344CB8AC3E}">
        <p14:creationId xmlns:p14="http://schemas.microsoft.com/office/powerpoint/2010/main" val="2621239905"/>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5.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35.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5.xml"/></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3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5.xml"/></Relationships>
</file>

<file path=ppt/slides/_rels/slide2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3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1"/>
          <p:cNvSpPr txBox="1">
            <a:spLocks noChangeArrowheads="1"/>
          </p:cNvSpPr>
          <p:nvPr/>
        </p:nvSpPr>
        <p:spPr bwMode="auto">
          <a:xfrm>
            <a:off x="3523454" y="3129354"/>
            <a:ext cx="5508104" cy="584775"/>
          </a:xfrm>
          <a:prstGeom prst="rect">
            <a:avLst/>
          </a:prstGeom>
          <a:noFill/>
          <a:ln w="9525">
            <a:noFill/>
            <a:miter lim="800000"/>
            <a:headEnd/>
            <a:tailEnd/>
          </a:ln>
        </p:spPr>
        <p:txBody>
          <a:bodyPr wrap="square">
            <a:spAutoFit/>
          </a:bodyPr>
          <a:lstStyle/>
          <a:p>
            <a:pPr algn="r"/>
            <a:r>
              <a:rPr lang="en-US" altLang="ko-KR" sz="3200" b="1" dirty="0">
                <a:solidFill>
                  <a:schemeClr val="tx1">
                    <a:lumMod val="75000"/>
                    <a:lumOff val="25000"/>
                  </a:schemeClr>
                </a:solidFill>
                <a:latin typeface="Arial" pitchFamily="34" charset="0"/>
                <a:ea typeface="맑은 고딕" pitchFamily="50" charset="-127"/>
                <a:cs typeface="Arial" pitchFamily="34" charset="0"/>
              </a:rPr>
              <a:t>Programming in Java</a:t>
            </a:r>
          </a:p>
        </p:txBody>
      </p:sp>
    </p:spTree>
    <p:extLst>
      <p:ext uri="{BB962C8B-B14F-4D97-AF65-F5344CB8AC3E}">
        <p14:creationId xmlns:p14="http://schemas.microsoft.com/office/powerpoint/2010/main" val="3034478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1547664" y="1628800"/>
            <a:ext cx="7524328" cy="3240360"/>
          </a:xfrm>
        </p:spPr>
        <p:txBody>
          <a:bodyPr/>
          <a:lstStyle/>
          <a:p>
            <a:pPr algn="ctr" latinLnBrk="0">
              <a:spcAft>
                <a:spcPts val="1800"/>
              </a:spcAft>
            </a:pPr>
            <a:r>
              <a:rPr lang="en-US" dirty="0"/>
              <a:t>Lecture 5</a:t>
            </a:r>
            <a:br>
              <a:rPr lang="en-US" dirty="0"/>
            </a:br>
            <a:r>
              <a:rPr lang="en-US" dirty="0"/>
              <a:t/>
            </a:r>
            <a:br>
              <a:rPr lang="en-US" dirty="0"/>
            </a:br>
            <a:r>
              <a:rPr lang="en-US" dirty="0"/>
              <a:t>Packages and Interfaces</a:t>
            </a:r>
          </a:p>
        </p:txBody>
      </p:sp>
    </p:spTree>
    <p:extLst>
      <p:ext uri="{BB962C8B-B14F-4D97-AF65-F5344CB8AC3E}">
        <p14:creationId xmlns:p14="http://schemas.microsoft.com/office/powerpoint/2010/main" val="28790341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676400" y="164637"/>
            <a:ext cx="5791200" cy="1371600"/>
          </a:xfrm>
        </p:spPr>
        <p:txBody>
          <a:bodyPr>
            <a:normAutofit/>
          </a:bodyPr>
          <a:lstStyle/>
          <a:p>
            <a:r>
              <a:rPr lang="en-US" sz="3200" dirty="0"/>
              <a:t>Outline of Class (Lecture 5)</a:t>
            </a:r>
          </a:p>
        </p:txBody>
      </p:sp>
      <p:sp>
        <p:nvSpPr>
          <p:cNvPr id="7" name="Content Placeholder 2"/>
          <p:cNvSpPr>
            <a:spLocks noGrp="1"/>
          </p:cNvSpPr>
          <p:nvPr>
            <p:ph sz="quarter" idx="1"/>
          </p:nvPr>
        </p:nvSpPr>
        <p:spPr>
          <a:xfrm>
            <a:off x="63384" y="1084040"/>
            <a:ext cx="8928216" cy="5609323"/>
          </a:xfrm>
        </p:spPr>
        <p:txBody>
          <a:bodyPr>
            <a:normAutofit/>
          </a:bodyPr>
          <a:lstStyle/>
          <a:p>
            <a:pPr>
              <a:lnSpc>
                <a:spcPct val="140000"/>
              </a:lnSpc>
              <a:spcBef>
                <a:spcPts val="1200"/>
              </a:spcBef>
              <a:buFont typeface="Wingdings" pitchFamily="2" charset="2"/>
              <a:buChar char="§"/>
            </a:pPr>
            <a:r>
              <a:rPr lang="en-US" sz="2400" dirty="0">
                <a:latin typeface="Bookman Old Style" pitchFamily="18" charset="0"/>
                <a:cs typeface="Cambria"/>
              </a:rPr>
              <a:t>Packages</a:t>
            </a:r>
          </a:p>
          <a:p>
            <a:pPr>
              <a:lnSpc>
                <a:spcPct val="140000"/>
              </a:lnSpc>
              <a:spcBef>
                <a:spcPts val="1200"/>
              </a:spcBef>
              <a:buFont typeface="Wingdings" pitchFamily="2" charset="2"/>
              <a:buChar char="§"/>
            </a:pPr>
            <a:r>
              <a:rPr lang="en-US" sz="2400" dirty="0">
                <a:latin typeface="Bookman Old Style" pitchFamily="18" charset="0"/>
                <a:cs typeface="Cambria"/>
              </a:rPr>
              <a:t>Interfaces</a:t>
            </a:r>
          </a:p>
          <a:p>
            <a:pPr>
              <a:lnSpc>
                <a:spcPct val="140000"/>
              </a:lnSpc>
              <a:spcBef>
                <a:spcPts val="1200"/>
              </a:spcBef>
              <a:buFont typeface="Wingdings" pitchFamily="2" charset="2"/>
              <a:buChar char="§"/>
            </a:pPr>
            <a:endParaRPr lang="en-US" sz="2400" dirty="0">
              <a:latin typeface="Bookman Old Style" pitchFamily="18" charset="0"/>
              <a:cs typeface="Cambria"/>
            </a:endParaRPr>
          </a:p>
          <a:p>
            <a:pPr>
              <a:lnSpc>
                <a:spcPct val="140000"/>
              </a:lnSpc>
              <a:buClr>
                <a:srgbClr val="D1282E"/>
              </a:buClr>
            </a:pPr>
            <a:endParaRPr lang="en-US" dirty="0">
              <a:cs typeface="Cambria"/>
            </a:endParaRPr>
          </a:p>
        </p:txBody>
      </p:sp>
      <p:sp>
        <p:nvSpPr>
          <p:cNvPr id="4" name="Rectangle 3"/>
          <p:cNvSpPr/>
          <p:nvPr/>
        </p:nvSpPr>
        <p:spPr>
          <a:xfrm>
            <a:off x="0" y="0"/>
            <a:ext cx="9144000" cy="164637"/>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0" y="6720747"/>
            <a:ext cx="9144000" cy="164637"/>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932975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676400" y="188640"/>
            <a:ext cx="5791200" cy="1371600"/>
          </a:xfrm>
        </p:spPr>
        <p:txBody>
          <a:bodyPr>
            <a:normAutofit/>
          </a:bodyPr>
          <a:lstStyle/>
          <a:p>
            <a:r>
              <a:rPr lang="en-US" sz="3200" dirty="0"/>
              <a:t>Lecture Objectives</a:t>
            </a:r>
          </a:p>
        </p:txBody>
      </p:sp>
      <p:sp>
        <p:nvSpPr>
          <p:cNvPr id="7" name="Content Placeholder 2"/>
          <p:cNvSpPr>
            <a:spLocks noGrp="1"/>
          </p:cNvSpPr>
          <p:nvPr>
            <p:ph sz="quarter" idx="1"/>
          </p:nvPr>
        </p:nvSpPr>
        <p:spPr>
          <a:xfrm>
            <a:off x="63384" y="1084040"/>
            <a:ext cx="8928216" cy="5609323"/>
          </a:xfrm>
        </p:spPr>
        <p:txBody>
          <a:bodyPr>
            <a:noAutofit/>
          </a:bodyPr>
          <a:lstStyle/>
          <a:p>
            <a:pPr latinLnBrk="0">
              <a:lnSpc>
                <a:spcPct val="150000"/>
              </a:lnSpc>
              <a:buFont typeface="Wingdings" pitchFamily="2" charset="2"/>
              <a:buChar char="§"/>
            </a:pPr>
            <a:r>
              <a:rPr lang="en-US" sz="2000" dirty="0">
                <a:latin typeface="Bookman Old Style" pitchFamily="18" charset="0"/>
                <a:cs typeface="Cambria"/>
              </a:rPr>
              <a:t>To simplify structuring the program using packages and interfaces</a:t>
            </a:r>
          </a:p>
          <a:p>
            <a:pPr latinLnBrk="0">
              <a:lnSpc>
                <a:spcPct val="150000"/>
              </a:lnSpc>
              <a:buFont typeface="Wingdings" pitchFamily="2" charset="2"/>
              <a:buChar char="§"/>
            </a:pPr>
            <a:r>
              <a:rPr lang="en-US" sz="2000" dirty="0">
                <a:latin typeface="Bookman Old Style" pitchFamily="18" charset="0"/>
              </a:rPr>
              <a:t>To make searching and locating of classes with the help of packages</a:t>
            </a:r>
            <a:endParaRPr lang="en-US" sz="2000" dirty="0">
              <a:latin typeface="Bookman Old Style" pitchFamily="18" charset="0"/>
              <a:cs typeface="Cambria"/>
            </a:endParaRPr>
          </a:p>
          <a:p>
            <a:pPr latinLnBrk="0">
              <a:lnSpc>
                <a:spcPct val="150000"/>
              </a:lnSpc>
              <a:buFont typeface="Wingdings" pitchFamily="2" charset="2"/>
              <a:buChar char="§"/>
            </a:pPr>
            <a:r>
              <a:rPr lang="en-US" sz="2000" dirty="0">
                <a:latin typeface="Bookman Old Style" pitchFamily="18" charset="0"/>
                <a:cs typeface="Cambria"/>
              </a:rPr>
              <a:t>To understand various access modifiers</a:t>
            </a:r>
          </a:p>
          <a:p>
            <a:pPr latinLnBrk="0">
              <a:lnSpc>
                <a:spcPct val="150000"/>
              </a:lnSpc>
              <a:buFont typeface="Wingdings" pitchFamily="2" charset="2"/>
              <a:buChar char="§"/>
            </a:pPr>
            <a:r>
              <a:rPr lang="en-US" sz="2000" dirty="0">
                <a:latin typeface="Bookman Old Style" pitchFamily="18" charset="0"/>
                <a:cs typeface="Cambria"/>
              </a:rPr>
              <a:t>To define different </a:t>
            </a:r>
            <a:r>
              <a:rPr lang="en-US" sz="2000" dirty="0">
                <a:latin typeface="Bookman Old Style" pitchFamily="18" charset="0"/>
              </a:rPr>
              <a:t>access controls to the classes</a:t>
            </a:r>
            <a:endParaRPr lang="en-US" sz="2000" dirty="0">
              <a:latin typeface="Bookman Old Style" pitchFamily="18" charset="0"/>
              <a:cs typeface="Cambria"/>
            </a:endParaRPr>
          </a:p>
          <a:p>
            <a:pPr latinLnBrk="0">
              <a:lnSpc>
                <a:spcPct val="150000"/>
              </a:lnSpc>
              <a:buFont typeface="Wingdings" pitchFamily="2" charset="2"/>
              <a:buChar char="§"/>
            </a:pPr>
            <a:r>
              <a:rPr lang="en-US" sz="2000" dirty="0">
                <a:latin typeface="Bookman Old Style" pitchFamily="18" charset="0"/>
                <a:cs typeface="Cambria"/>
              </a:rPr>
              <a:t>To define interfaces and define classes that implement interfaces</a:t>
            </a:r>
          </a:p>
        </p:txBody>
      </p:sp>
      <p:sp>
        <p:nvSpPr>
          <p:cNvPr id="4" name="Rectangle 3"/>
          <p:cNvSpPr/>
          <p:nvPr/>
        </p:nvSpPr>
        <p:spPr>
          <a:xfrm>
            <a:off x="0" y="0"/>
            <a:ext cx="9144000" cy="164637"/>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0" y="6720747"/>
            <a:ext cx="9144000" cy="164637"/>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801378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endParaRPr lang="en-US"/>
          </a:p>
        </p:txBody>
      </p:sp>
      <p:sp>
        <p:nvSpPr>
          <p:cNvPr id="6" name="Content Placeholder 5"/>
          <p:cNvSpPr>
            <a:spLocks noGrp="1"/>
          </p:cNvSpPr>
          <p:nvPr>
            <p:ph idx="1"/>
          </p:nvPr>
        </p:nvSpPr>
        <p:spPr/>
        <p:txBody>
          <a:bodyPr/>
          <a:lstStyle/>
          <a:p>
            <a:endParaRPr lang="en-US"/>
          </a:p>
        </p:txBody>
      </p:sp>
      <p:sp>
        <p:nvSpPr>
          <p:cNvPr id="7" name="Content Placeholder 6"/>
          <p:cNvSpPr>
            <a:spLocks noGrp="1"/>
          </p:cNvSpPr>
          <p:nvPr>
            <p:ph idx="10"/>
          </p:nvPr>
        </p:nvSpPr>
        <p:spPr/>
        <p:txBody>
          <a:bodyPr/>
          <a:lstStyle/>
          <a:p>
            <a:endParaRPr lang="en-US"/>
          </a:p>
        </p:txBody>
      </p:sp>
      <p:sp>
        <p:nvSpPr>
          <p:cNvPr id="8" name="Title 5"/>
          <p:cNvSpPr txBox="1">
            <a:spLocks/>
          </p:cNvSpPr>
          <p:nvPr/>
        </p:nvSpPr>
        <p:spPr>
          <a:xfrm>
            <a:off x="1547664" y="1628800"/>
            <a:ext cx="7524328" cy="3240360"/>
          </a:xfrm>
          <a:prstGeom prst="rect">
            <a:avLst/>
          </a:prstGeom>
        </p:spPr>
        <p:txBody>
          <a:bodyPr anchor="ctr"/>
          <a:lstStyle>
            <a:lvl1pPr algn="l" defTabSz="914400" rtl="0" eaLnBrk="1" latinLnBrk="1" hangingPunct="1">
              <a:spcBef>
                <a:spcPct val="0"/>
              </a:spcBef>
              <a:buNone/>
              <a:defRPr sz="3600" b="1" kern="1200">
                <a:solidFill>
                  <a:schemeClr val="tx1">
                    <a:lumMod val="75000"/>
                    <a:lumOff val="25000"/>
                  </a:schemeClr>
                </a:solidFill>
                <a:latin typeface="Arial" pitchFamily="34" charset="0"/>
                <a:ea typeface="+mj-ea"/>
                <a:cs typeface="Arial" pitchFamily="34" charset="0"/>
              </a:defRPr>
            </a:lvl1pPr>
          </a:lstStyle>
          <a:p>
            <a:pPr algn="ctr" latinLnBrk="0">
              <a:spcAft>
                <a:spcPts val="1800"/>
              </a:spcAft>
            </a:pPr>
            <a:r>
              <a:rPr lang="en-US" dirty="0"/>
              <a:t>Topic 1</a:t>
            </a:r>
            <a:br>
              <a:rPr lang="en-US" dirty="0"/>
            </a:br>
            <a:r>
              <a:rPr lang="en-US" dirty="0"/>
              <a:t/>
            </a:r>
            <a:br>
              <a:rPr lang="en-US" dirty="0"/>
            </a:br>
            <a:r>
              <a:rPr lang="en-US" dirty="0"/>
              <a:t>Packages</a:t>
            </a:r>
          </a:p>
        </p:txBody>
      </p:sp>
    </p:spTree>
    <p:extLst>
      <p:ext uri="{BB962C8B-B14F-4D97-AF65-F5344CB8AC3E}">
        <p14:creationId xmlns:p14="http://schemas.microsoft.com/office/powerpoint/2010/main" val="19573215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Packages</a:t>
            </a:r>
          </a:p>
        </p:txBody>
      </p:sp>
      <p:sp>
        <p:nvSpPr>
          <p:cNvPr id="7" name="Content Placeholder 6"/>
          <p:cNvSpPr>
            <a:spLocks noGrp="1"/>
          </p:cNvSpPr>
          <p:nvPr>
            <p:ph idx="1"/>
          </p:nvPr>
        </p:nvSpPr>
        <p:spPr>
          <a:xfrm>
            <a:off x="179512" y="1268760"/>
            <a:ext cx="8784976" cy="4800600"/>
          </a:xfrm>
        </p:spPr>
        <p:txBody>
          <a:bodyPr/>
          <a:lstStyle/>
          <a:p>
            <a:pPr algn="just" latinLnBrk="0">
              <a:buFont typeface="Wingdings" pitchFamily="2" charset="2"/>
              <a:buChar char="§"/>
            </a:pPr>
            <a:r>
              <a:rPr lang="en-US" sz="2200" dirty="0">
                <a:latin typeface="Bookman Old Style" pitchFamily="18" charset="0"/>
              </a:rPr>
              <a:t>Packages in Java are a way to encapsulate interfaces, Java classes and also subclasses. They are used for the following tasks –</a:t>
            </a:r>
          </a:p>
          <a:p>
            <a:pPr lvl="1" algn="just" latinLnBrk="0">
              <a:buFont typeface="Symbol" pitchFamily="18" charset="2"/>
              <a:buChar char="-"/>
            </a:pPr>
            <a:r>
              <a:rPr lang="en-US" sz="2000" dirty="0">
                <a:latin typeface="Bookman Old Style" pitchFamily="18" charset="0"/>
              </a:rPr>
              <a:t>Java Packages are used </a:t>
            </a:r>
            <a:r>
              <a:rPr lang="en-US" sz="2000" b="1" dirty="0">
                <a:latin typeface="Bookman Old Style" pitchFamily="18" charset="0"/>
              </a:rPr>
              <a:t>to prevent the naming conflicts </a:t>
            </a:r>
            <a:r>
              <a:rPr lang="en-US" sz="2000" dirty="0">
                <a:latin typeface="Bookman Old Style" pitchFamily="18" charset="0"/>
              </a:rPr>
              <a:t>which can occur between the classes.</a:t>
            </a:r>
          </a:p>
          <a:p>
            <a:pPr lvl="1" algn="just" latinLnBrk="0">
              <a:buFont typeface="Symbol" pitchFamily="18" charset="2"/>
              <a:buChar char="-"/>
            </a:pPr>
            <a:r>
              <a:rPr lang="en-US" sz="2000" dirty="0">
                <a:latin typeface="Bookman Old Style" pitchFamily="18" charset="0"/>
              </a:rPr>
              <a:t>Packages in Java make the </a:t>
            </a:r>
            <a:r>
              <a:rPr lang="en-US" sz="2000" b="1" dirty="0">
                <a:latin typeface="Bookman Old Style" pitchFamily="18" charset="0"/>
              </a:rPr>
              <a:t>searching and locating </a:t>
            </a:r>
            <a:r>
              <a:rPr lang="en-US" sz="2000" dirty="0">
                <a:latin typeface="Bookman Old Style" pitchFamily="18" charset="0"/>
              </a:rPr>
              <a:t>of classes or enumerations or annotations </a:t>
            </a:r>
            <a:r>
              <a:rPr lang="en-US" sz="2000" b="1" dirty="0">
                <a:latin typeface="Bookman Old Style" pitchFamily="18" charset="0"/>
              </a:rPr>
              <a:t>much easier</a:t>
            </a:r>
            <a:r>
              <a:rPr lang="en-US" sz="2000" dirty="0">
                <a:latin typeface="Bookman Old Style" pitchFamily="18" charset="0"/>
              </a:rPr>
              <a:t>.</a:t>
            </a:r>
          </a:p>
          <a:p>
            <a:pPr lvl="1" algn="just" latinLnBrk="0">
              <a:buFont typeface="Symbol" pitchFamily="18" charset="2"/>
              <a:buChar char="-"/>
            </a:pPr>
            <a:r>
              <a:rPr lang="en-US" sz="2000" dirty="0">
                <a:latin typeface="Bookman Old Style" pitchFamily="18" charset="0"/>
              </a:rPr>
              <a:t>Java Packages </a:t>
            </a:r>
            <a:r>
              <a:rPr lang="en-US" sz="2000" b="1" dirty="0">
                <a:latin typeface="Bookman Old Style" pitchFamily="18" charset="0"/>
              </a:rPr>
              <a:t>provide access control </a:t>
            </a:r>
            <a:r>
              <a:rPr lang="en-US" sz="2000" dirty="0">
                <a:latin typeface="Bookman Old Style" pitchFamily="18" charset="0"/>
              </a:rPr>
              <a:t>to the classes.</a:t>
            </a:r>
          </a:p>
          <a:p>
            <a:pPr lvl="1" algn="just" latinLnBrk="0">
              <a:buFont typeface="Symbol" pitchFamily="18" charset="2"/>
              <a:buChar char="-"/>
            </a:pPr>
            <a:r>
              <a:rPr lang="en-US" sz="2000" dirty="0">
                <a:latin typeface="Bookman Old Style" pitchFamily="18" charset="0"/>
              </a:rPr>
              <a:t>Packages in Java are used for </a:t>
            </a:r>
            <a:r>
              <a:rPr lang="en-US" sz="2000" b="1" dirty="0">
                <a:latin typeface="Bookman Old Style" pitchFamily="18" charset="0"/>
              </a:rPr>
              <a:t>data encapsulation</a:t>
            </a:r>
            <a:r>
              <a:rPr lang="en-US" sz="2000" dirty="0">
                <a:latin typeface="Bookman Old Style" pitchFamily="18" charset="0"/>
              </a:rPr>
              <a:t>.</a:t>
            </a:r>
          </a:p>
        </p:txBody>
      </p:sp>
      <p:sp>
        <p:nvSpPr>
          <p:cNvPr id="9" name="Rectangle 8"/>
          <p:cNvSpPr/>
          <p:nvPr/>
        </p:nvSpPr>
        <p:spPr>
          <a:xfrm>
            <a:off x="0" y="0"/>
            <a:ext cx="9144000" cy="164637"/>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0" y="6720747"/>
            <a:ext cx="9144000" cy="164637"/>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116203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3430" y="176951"/>
            <a:ext cx="7556313" cy="1116106"/>
          </a:xfrm>
        </p:spPr>
        <p:txBody>
          <a:bodyPr>
            <a:normAutofit/>
          </a:bodyPr>
          <a:lstStyle/>
          <a:p>
            <a:pPr latinLnBrk="1"/>
            <a:r>
              <a:rPr lang="en-US" sz="3600" b="1" dirty="0">
                <a:latin typeface="Arial" pitchFamily="34" charset="0"/>
                <a:cs typeface="Arial" pitchFamily="34" charset="0"/>
              </a:rPr>
              <a:t>Packages</a:t>
            </a:r>
          </a:p>
        </p:txBody>
      </p:sp>
      <p:sp>
        <p:nvSpPr>
          <p:cNvPr id="3" name="Content Placeholder 2"/>
          <p:cNvSpPr>
            <a:spLocks noGrp="1"/>
          </p:cNvSpPr>
          <p:nvPr>
            <p:ph idx="1"/>
          </p:nvPr>
        </p:nvSpPr>
        <p:spPr>
          <a:xfrm>
            <a:off x="179512" y="1268760"/>
            <a:ext cx="8784976" cy="5451987"/>
          </a:xfrm>
          <a:solidFill>
            <a:schemeClr val="bg1"/>
          </a:solidFill>
        </p:spPr>
        <p:txBody>
          <a:bodyPr>
            <a:normAutofit/>
          </a:bodyPr>
          <a:lstStyle/>
          <a:p>
            <a:pPr>
              <a:buFont typeface="Wingdings" pitchFamily="2" charset="2"/>
              <a:buChar char="§"/>
            </a:pPr>
            <a:r>
              <a:rPr lang="en-US" sz="2400" b="1" dirty="0">
                <a:latin typeface="Bookman Old Style" pitchFamily="18" charset="0"/>
              </a:rPr>
              <a:t>Defining a package</a:t>
            </a:r>
          </a:p>
          <a:p>
            <a:pPr lvl="1">
              <a:spcAft>
                <a:spcPts val="600"/>
              </a:spcAft>
              <a:defRPr/>
            </a:pPr>
            <a:r>
              <a:rPr lang="en-US" sz="2200" dirty="0">
                <a:latin typeface="Bookman Old Style" pitchFamily="18" charset="0"/>
              </a:rPr>
              <a:t>Choose a name for the package and simply include a package command as the first statement in a Java source file. </a:t>
            </a:r>
          </a:p>
          <a:p>
            <a:pPr marL="0" lvl="1" indent="0" algn="just">
              <a:spcBef>
                <a:spcPts val="0"/>
              </a:spcBef>
              <a:spcAft>
                <a:spcPts val="600"/>
              </a:spcAft>
              <a:buNone/>
              <a:defRPr/>
            </a:pPr>
            <a:r>
              <a:rPr lang="en-US" sz="2200" dirty="0">
                <a:latin typeface="Bookman Old Style" pitchFamily="18" charset="0"/>
              </a:rPr>
              <a:t>	</a:t>
            </a:r>
            <a:r>
              <a:rPr lang="en-US" sz="2200" b="1" dirty="0">
                <a:solidFill>
                  <a:srgbClr val="FF0000"/>
                </a:solidFill>
                <a:latin typeface="Bookman Old Style" pitchFamily="18" charset="0"/>
              </a:rPr>
              <a:t>package </a:t>
            </a:r>
            <a:r>
              <a:rPr lang="en-US" sz="2200" b="1" dirty="0" err="1">
                <a:solidFill>
                  <a:srgbClr val="FF0000"/>
                </a:solidFill>
                <a:latin typeface="Bookman Old Style" pitchFamily="18" charset="0"/>
              </a:rPr>
              <a:t>nameofpackage</a:t>
            </a:r>
            <a:r>
              <a:rPr lang="en-US" sz="2200" b="1" dirty="0">
                <a:solidFill>
                  <a:srgbClr val="FF0000"/>
                </a:solidFill>
                <a:latin typeface="Bookman Old Style" pitchFamily="18" charset="0"/>
              </a:rPr>
              <a:t>;</a:t>
            </a:r>
            <a:endParaRPr lang="en-US" sz="2200" dirty="0">
              <a:solidFill>
                <a:srgbClr val="FF0000"/>
              </a:solidFill>
              <a:latin typeface="Bookman Old Style" pitchFamily="18" charset="0"/>
            </a:endParaRPr>
          </a:p>
          <a:p>
            <a:pPr lvl="1">
              <a:spcAft>
                <a:spcPts val="600"/>
              </a:spcAft>
              <a:defRPr/>
            </a:pPr>
            <a:r>
              <a:rPr lang="en-US" sz="2200" dirty="0">
                <a:latin typeface="Bookman Old Style" pitchFamily="18" charset="0"/>
              </a:rPr>
              <a:t>More than one file can include the same package statement. </a:t>
            </a:r>
          </a:p>
          <a:p>
            <a:pPr lvl="1">
              <a:spcAft>
                <a:spcPts val="600"/>
              </a:spcAft>
              <a:defRPr/>
            </a:pPr>
            <a:r>
              <a:rPr lang="en-US" sz="2200" dirty="0">
                <a:latin typeface="Bookman Old Style" pitchFamily="18" charset="0"/>
              </a:rPr>
              <a:t>A hierarchy of packages can also be created. </a:t>
            </a:r>
          </a:p>
          <a:p>
            <a:pPr lvl="2">
              <a:spcAft>
                <a:spcPts val="600"/>
              </a:spcAft>
              <a:defRPr/>
            </a:pPr>
            <a:r>
              <a:rPr lang="en-US" sz="2200" dirty="0">
                <a:latin typeface="Bookman Old Style" pitchFamily="18" charset="0"/>
              </a:rPr>
              <a:t>The general form of a multileveled package statement is shown here:</a:t>
            </a:r>
          </a:p>
          <a:p>
            <a:pPr marL="228600" lvl="1" indent="0">
              <a:spcAft>
                <a:spcPts val="600"/>
              </a:spcAft>
              <a:buNone/>
              <a:defRPr/>
            </a:pPr>
            <a:r>
              <a:rPr lang="en-US" sz="2200" dirty="0">
                <a:latin typeface="Bookman Old Style" pitchFamily="18" charset="0"/>
              </a:rPr>
              <a:t>	</a:t>
            </a:r>
            <a:r>
              <a:rPr lang="en-US" sz="2200" b="1" dirty="0">
                <a:solidFill>
                  <a:srgbClr val="FF0000"/>
                </a:solidFill>
                <a:latin typeface="Bookman Old Style" pitchFamily="18" charset="0"/>
              </a:rPr>
              <a:t>package pkg1[.pkg2[.pkg3]];</a:t>
            </a:r>
          </a:p>
          <a:p>
            <a:pPr marL="228600" lvl="1" indent="0">
              <a:spcAft>
                <a:spcPts val="600"/>
              </a:spcAft>
              <a:buNone/>
              <a:defRPr/>
            </a:pPr>
            <a:r>
              <a:rPr lang="en-US" sz="2200" b="1" dirty="0">
                <a:solidFill>
                  <a:srgbClr val="FF0000"/>
                </a:solidFill>
                <a:latin typeface="Bookman Old Style" pitchFamily="18" charset="0"/>
              </a:rPr>
              <a:t>	</a:t>
            </a:r>
            <a:r>
              <a:rPr lang="en-US" sz="2200" b="1" dirty="0" err="1">
                <a:solidFill>
                  <a:srgbClr val="FF0000"/>
                </a:solidFill>
                <a:latin typeface="Bookman Old Style" pitchFamily="18" charset="0"/>
              </a:rPr>
              <a:t>eg</a:t>
            </a:r>
            <a:r>
              <a:rPr lang="en-US" sz="2200" b="1" dirty="0">
                <a:solidFill>
                  <a:srgbClr val="FF0000"/>
                </a:solidFill>
                <a:latin typeface="Bookman Old Style" pitchFamily="18" charset="0"/>
              </a:rPr>
              <a:t>. </a:t>
            </a:r>
            <a:r>
              <a:rPr lang="en-US" sz="2200" b="1" dirty="0" err="1">
                <a:solidFill>
                  <a:srgbClr val="FF0000"/>
                </a:solidFill>
                <a:latin typeface="Bookman Old Style" pitchFamily="18" charset="0"/>
              </a:rPr>
              <a:t>java.util.Scanner</a:t>
            </a:r>
            <a:r>
              <a:rPr lang="en-US" sz="2200" b="1" dirty="0">
                <a:solidFill>
                  <a:srgbClr val="FF0000"/>
                </a:solidFill>
                <a:latin typeface="Bookman Old Style" pitchFamily="18" charset="0"/>
              </a:rPr>
              <a:t>;</a:t>
            </a:r>
          </a:p>
          <a:p>
            <a:pPr lvl="1"/>
            <a:endParaRPr lang="en-US" sz="2400" dirty="0">
              <a:latin typeface="Bookman Old Style" pitchFamily="18" charset="0"/>
            </a:endParaRPr>
          </a:p>
        </p:txBody>
      </p:sp>
      <p:sp>
        <p:nvSpPr>
          <p:cNvPr id="4" name="Rectangle 3"/>
          <p:cNvSpPr/>
          <p:nvPr/>
        </p:nvSpPr>
        <p:spPr>
          <a:xfrm>
            <a:off x="0" y="0"/>
            <a:ext cx="9144000" cy="164637"/>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0" y="6720747"/>
            <a:ext cx="9144000" cy="164637"/>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914292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pitchFamily="34" charset="0"/>
                <a:cs typeface="Arial" pitchFamily="34" charset="0"/>
              </a:rPr>
              <a:t>Types of Packages in Java</a:t>
            </a:r>
          </a:p>
        </p:txBody>
      </p:sp>
      <p:sp>
        <p:nvSpPr>
          <p:cNvPr id="3" name="Content Placeholder 2"/>
          <p:cNvSpPr>
            <a:spLocks noGrp="1"/>
          </p:cNvSpPr>
          <p:nvPr>
            <p:ph idx="1"/>
          </p:nvPr>
        </p:nvSpPr>
        <p:spPr>
          <a:xfrm>
            <a:off x="169168" y="1484784"/>
            <a:ext cx="8579296" cy="4525433"/>
          </a:xfrm>
        </p:spPr>
        <p:txBody>
          <a:bodyPr>
            <a:normAutofit/>
          </a:bodyPr>
          <a:lstStyle/>
          <a:p>
            <a:r>
              <a:rPr lang="en-US" sz="2000" b="1" dirty="0">
                <a:latin typeface="Bookman Old Style" pitchFamily="18" charset="0"/>
              </a:rPr>
              <a:t>Built-in </a:t>
            </a:r>
          </a:p>
          <a:p>
            <a:pPr lvl="1"/>
            <a:r>
              <a:rPr lang="en-US" sz="2000" dirty="0">
                <a:latin typeface="Bookman Old Style" pitchFamily="18" charset="0"/>
              </a:rPr>
              <a:t>Built-in Java packages are a part of Java API</a:t>
            </a:r>
          </a:p>
          <a:p>
            <a:pPr lvl="2"/>
            <a:r>
              <a:rPr lang="en-US" sz="1800" b="1" dirty="0" err="1">
                <a:latin typeface="Bookman Old Style" pitchFamily="18" charset="0"/>
              </a:rPr>
              <a:t>lang</a:t>
            </a:r>
            <a:r>
              <a:rPr lang="en-US" sz="1800" b="1" dirty="0">
                <a:latin typeface="Bookman Old Style" pitchFamily="18" charset="0"/>
              </a:rPr>
              <a:t> –</a:t>
            </a:r>
            <a:r>
              <a:rPr lang="en-US" sz="1800" dirty="0">
                <a:latin typeface="Bookman Old Style" pitchFamily="18" charset="0"/>
              </a:rPr>
              <a:t> Automatically imported and it contains language support classes.</a:t>
            </a:r>
          </a:p>
          <a:p>
            <a:pPr lvl="2"/>
            <a:r>
              <a:rPr lang="en-US" sz="1800" b="1" dirty="0" err="1">
                <a:latin typeface="Bookman Old Style" pitchFamily="18" charset="0"/>
              </a:rPr>
              <a:t>io</a:t>
            </a:r>
            <a:r>
              <a:rPr lang="en-US" sz="1800" b="1" dirty="0">
                <a:latin typeface="Bookman Old Style" pitchFamily="18" charset="0"/>
              </a:rPr>
              <a:t> –</a:t>
            </a:r>
            <a:r>
              <a:rPr lang="en-US" sz="1800" dirty="0">
                <a:latin typeface="Bookman Old Style" pitchFamily="18" charset="0"/>
              </a:rPr>
              <a:t> Contains classes for input and output operations.</a:t>
            </a:r>
          </a:p>
          <a:p>
            <a:pPr lvl="2"/>
            <a:r>
              <a:rPr lang="en-US" sz="1800" b="1" dirty="0" err="1">
                <a:latin typeface="Bookman Old Style" pitchFamily="18" charset="0"/>
              </a:rPr>
              <a:t>util</a:t>
            </a:r>
            <a:r>
              <a:rPr lang="en-US" sz="1800" b="1" dirty="0">
                <a:latin typeface="Bookman Old Style" pitchFamily="18" charset="0"/>
              </a:rPr>
              <a:t> –</a:t>
            </a:r>
            <a:r>
              <a:rPr lang="en-US" sz="1800" dirty="0">
                <a:latin typeface="Bookman Old Style" pitchFamily="18" charset="0"/>
              </a:rPr>
              <a:t> Contains utility classes for implementing data structures.</a:t>
            </a:r>
          </a:p>
        </p:txBody>
      </p:sp>
      <p:sp>
        <p:nvSpPr>
          <p:cNvPr id="5" name="Rectangle 4"/>
          <p:cNvSpPr/>
          <p:nvPr/>
        </p:nvSpPr>
        <p:spPr>
          <a:xfrm>
            <a:off x="0" y="0"/>
            <a:ext cx="9144000" cy="164637"/>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0" y="6720747"/>
            <a:ext cx="9144000" cy="164637"/>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Types of Packages in Java"/>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860032" y="3501008"/>
            <a:ext cx="4337792" cy="3079518"/>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p:cNvSpPr/>
          <p:nvPr/>
        </p:nvSpPr>
        <p:spPr>
          <a:xfrm>
            <a:off x="5652120" y="3501008"/>
            <a:ext cx="864096" cy="55442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125796" y="3475568"/>
            <a:ext cx="4950260" cy="2954655"/>
          </a:xfrm>
          <a:prstGeom prst="rect">
            <a:avLst/>
          </a:prstGeom>
        </p:spPr>
        <p:txBody>
          <a:bodyPr wrap="square">
            <a:spAutoFit/>
          </a:bodyPr>
          <a:lstStyle/>
          <a:p>
            <a:pPr marL="1200150" lvl="2" indent="-285750" algn="just" latinLnBrk="0">
              <a:buFont typeface="Arial" pitchFamily="34" charset="0"/>
              <a:buChar char="•"/>
            </a:pPr>
            <a:r>
              <a:rPr lang="en-US" b="1" dirty="0">
                <a:latin typeface="Bookman Old Style" pitchFamily="18" charset="0"/>
              </a:rPr>
              <a:t>applet –</a:t>
            </a:r>
            <a:r>
              <a:rPr lang="en-US" dirty="0">
                <a:latin typeface="Bookman Old Style" pitchFamily="18" charset="0"/>
              </a:rPr>
              <a:t> This package contains classes that create applets.</a:t>
            </a:r>
          </a:p>
          <a:p>
            <a:pPr marL="1200150" lvl="2" indent="-285750" algn="just" latinLnBrk="0">
              <a:buFont typeface="Arial" pitchFamily="34" charset="0"/>
              <a:buChar char="•"/>
            </a:pPr>
            <a:r>
              <a:rPr lang="en-US" b="1" dirty="0" err="1">
                <a:latin typeface="Bookman Old Style" pitchFamily="18" charset="0"/>
              </a:rPr>
              <a:t>awt</a:t>
            </a:r>
            <a:r>
              <a:rPr lang="en-US" b="1" dirty="0">
                <a:latin typeface="Bookman Old Style" pitchFamily="18" charset="0"/>
              </a:rPr>
              <a:t> –</a:t>
            </a:r>
            <a:r>
              <a:rPr lang="en-US" dirty="0">
                <a:latin typeface="Bookman Old Style" pitchFamily="18" charset="0"/>
              </a:rPr>
              <a:t> Contain classes that implement compounds for GUI.</a:t>
            </a:r>
          </a:p>
          <a:p>
            <a:pPr marL="1200150" lvl="2" indent="-285750" algn="just" latinLnBrk="0">
              <a:buFont typeface="Arial" pitchFamily="34" charset="0"/>
              <a:buChar char="•"/>
            </a:pPr>
            <a:r>
              <a:rPr lang="en-US" b="1" dirty="0">
                <a:latin typeface="Bookman Old Style" pitchFamily="18" charset="0"/>
              </a:rPr>
              <a:t>net –</a:t>
            </a:r>
            <a:r>
              <a:rPr lang="en-US" dirty="0">
                <a:latin typeface="Bookman Old Style" pitchFamily="18" charset="0"/>
              </a:rPr>
              <a:t> This package contains classes that support networking operations.</a:t>
            </a:r>
          </a:p>
          <a:p>
            <a:pPr marL="342900" indent="-342900" algn="just" latinLnBrk="0">
              <a:buFont typeface="Arial" pitchFamily="34" charset="0"/>
              <a:buChar char="•"/>
            </a:pPr>
            <a:r>
              <a:rPr lang="en-US" sz="2000" b="1" dirty="0">
                <a:latin typeface="Bookman Old Style" pitchFamily="18" charset="0"/>
              </a:rPr>
              <a:t>User Defined</a:t>
            </a:r>
          </a:p>
          <a:p>
            <a:pPr marL="800100" lvl="1" indent="-342900" algn="just" latinLnBrk="0">
              <a:buFont typeface="Symbol" pitchFamily="18" charset="2"/>
              <a:buChar char="-"/>
            </a:pPr>
            <a:r>
              <a:rPr lang="en-US" sz="2000" dirty="0">
                <a:latin typeface="Bookman Old Style" pitchFamily="18" charset="0"/>
              </a:rPr>
              <a:t>Java User creates these Java packages</a:t>
            </a:r>
          </a:p>
        </p:txBody>
      </p:sp>
    </p:spTree>
    <p:extLst>
      <p:ext uri="{BB962C8B-B14F-4D97-AF65-F5344CB8AC3E}">
        <p14:creationId xmlns:p14="http://schemas.microsoft.com/office/powerpoint/2010/main" val="33894435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8474" y="223931"/>
            <a:ext cx="7556313" cy="1116106"/>
          </a:xfrm>
        </p:spPr>
        <p:txBody>
          <a:bodyPr/>
          <a:lstStyle/>
          <a:p>
            <a:r>
              <a:rPr lang="en-US" sz="3200" dirty="0">
                <a:latin typeface="Arial" pitchFamily="34" charset="0"/>
                <a:cs typeface="Arial" pitchFamily="34" charset="0"/>
              </a:rPr>
              <a:t>Finding Packages and CLASSPATH</a:t>
            </a:r>
          </a:p>
        </p:txBody>
      </p:sp>
      <p:sp>
        <p:nvSpPr>
          <p:cNvPr id="3" name="Content Placeholder 2"/>
          <p:cNvSpPr>
            <a:spLocks noGrp="1"/>
          </p:cNvSpPr>
          <p:nvPr>
            <p:ph idx="1"/>
          </p:nvPr>
        </p:nvSpPr>
        <p:spPr>
          <a:xfrm>
            <a:off x="179512" y="1319427"/>
            <a:ext cx="8496944" cy="4989893"/>
          </a:xfrm>
        </p:spPr>
        <p:txBody>
          <a:bodyPr>
            <a:noAutofit/>
          </a:bodyPr>
          <a:lstStyle/>
          <a:p>
            <a:pPr algn="just">
              <a:spcBef>
                <a:spcPts val="0"/>
              </a:spcBef>
              <a:spcAft>
                <a:spcPts val="600"/>
              </a:spcAft>
              <a:defRPr/>
            </a:pPr>
            <a:r>
              <a:rPr lang="en-US" sz="2000" dirty="0">
                <a:latin typeface="Bookman Old Style" pitchFamily="18" charset="0"/>
              </a:rPr>
              <a:t>How does the Java run-time system know where to look for packages that you create?</a:t>
            </a:r>
          </a:p>
          <a:p>
            <a:pPr lvl="1" algn="just">
              <a:spcBef>
                <a:spcPts val="0"/>
              </a:spcBef>
              <a:spcAft>
                <a:spcPts val="600"/>
              </a:spcAft>
              <a:defRPr/>
            </a:pPr>
            <a:r>
              <a:rPr lang="en-US" sz="1800" dirty="0">
                <a:latin typeface="Bookman Old Style" pitchFamily="18" charset="0"/>
              </a:rPr>
              <a:t>By default, the Java run-time system uses the current working directory as its starting point. </a:t>
            </a:r>
          </a:p>
          <a:p>
            <a:pPr lvl="2" algn="just">
              <a:spcBef>
                <a:spcPts val="0"/>
              </a:spcBef>
              <a:spcAft>
                <a:spcPts val="600"/>
              </a:spcAft>
              <a:defRPr/>
            </a:pPr>
            <a:r>
              <a:rPr lang="en-US" sz="1800" dirty="0">
                <a:latin typeface="Bookman Old Style" pitchFamily="18" charset="0"/>
              </a:rPr>
              <a:t>Thus, if your package is in a subdirectory of the current directory, it will be found. </a:t>
            </a:r>
          </a:p>
          <a:p>
            <a:pPr lvl="1" algn="just">
              <a:spcBef>
                <a:spcPts val="0"/>
              </a:spcBef>
              <a:spcAft>
                <a:spcPts val="600"/>
              </a:spcAft>
              <a:defRPr/>
            </a:pPr>
            <a:r>
              <a:rPr lang="en-US" sz="1800" dirty="0">
                <a:latin typeface="Bookman Old Style" pitchFamily="18" charset="0"/>
              </a:rPr>
              <a:t>Second, you can specify a directory path or paths by setting the </a:t>
            </a:r>
            <a:r>
              <a:rPr lang="en-US" sz="1800" b="1" dirty="0">
                <a:latin typeface="Bookman Old Style" pitchFamily="18" charset="0"/>
              </a:rPr>
              <a:t>CLASSPATH </a:t>
            </a:r>
            <a:r>
              <a:rPr lang="en-US" sz="1800" dirty="0">
                <a:latin typeface="Bookman Old Style" pitchFamily="18" charset="0"/>
              </a:rPr>
              <a:t>environmental variable. </a:t>
            </a:r>
          </a:p>
          <a:p>
            <a:pPr lvl="1" algn="just">
              <a:spcBef>
                <a:spcPts val="0"/>
              </a:spcBef>
              <a:spcAft>
                <a:spcPts val="600"/>
              </a:spcAft>
              <a:defRPr/>
            </a:pPr>
            <a:r>
              <a:rPr lang="en-US" sz="1800" dirty="0">
                <a:latin typeface="Bookman Old Style" pitchFamily="18" charset="0"/>
              </a:rPr>
              <a:t>Third, you can use the </a:t>
            </a:r>
            <a:r>
              <a:rPr lang="en-US" sz="1800" b="1" dirty="0">
                <a:latin typeface="Bookman Old Style" pitchFamily="18" charset="0"/>
              </a:rPr>
              <a:t>-</a:t>
            </a:r>
            <a:r>
              <a:rPr lang="en-US" sz="1800" b="1" dirty="0" err="1">
                <a:latin typeface="Bookman Old Style" pitchFamily="18" charset="0"/>
              </a:rPr>
              <a:t>classpath</a:t>
            </a:r>
            <a:r>
              <a:rPr lang="en-US" sz="1800" b="1" dirty="0">
                <a:latin typeface="Bookman Old Style" pitchFamily="18" charset="0"/>
              </a:rPr>
              <a:t> </a:t>
            </a:r>
            <a:r>
              <a:rPr lang="en-US" sz="1800" dirty="0">
                <a:latin typeface="Bookman Old Style" pitchFamily="18" charset="0"/>
              </a:rPr>
              <a:t>option with </a:t>
            </a:r>
            <a:r>
              <a:rPr lang="en-US" sz="1800" b="1" dirty="0">
                <a:latin typeface="Bookman Old Style" pitchFamily="18" charset="0"/>
              </a:rPr>
              <a:t>java </a:t>
            </a:r>
            <a:r>
              <a:rPr lang="en-US" sz="1800" dirty="0">
                <a:latin typeface="Bookman Old Style" pitchFamily="18" charset="0"/>
              </a:rPr>
              <a:t>and </a:t>
            </a:r>
            <a:r>
              <a:rPr lang="en-US" sz="1800" b="1" dirty="0" err="1">
                <a:latin typeface="Bookman Old Style" pitchFamily="18" charset="0"/>
              </a:rPr>
              <a:t>javac</a:t>
            </a:r>
            <a:r>
              <a:rPr lang="en-US" sz="1800" b="1" dirty="0">
                <a:latin typeface="Bookman Old Style" pitchFamily="18" charset="0"/>
              </a:rPr>
              <a:t> </a:t>
            </a:r>
            <a:r>
              <a:rPr lang="en-US" sz="1800" dirty="0">
                <a:latin typeface="Bookman Old Style" pitchFamily="18" charset="0"/>
              </a:rPr>
              <a:t>to specify the path to your classes.</a:t>
            </a:r>
          </a:p>
          <a:p>
            <a:pPr marL="457200" lvl="2" indent="0" algn="just">
              <a:spcBef>
                <a:spcPts val="0"/>
              </a:spcBef>
              <a:spcAft>
                <a:spcPts val="600"/>
              </a:spcAft>
              <a:buNone/>
              <a:defRPr/>
            </a:pPr>
            <a:r>
              <a:rPr lang="en-US" sz="1800" dirty="0">
                <a:latin typeface="Bookman Old Style" pitchFamily="18" charset="0"/>
              </a:rPr>
              <a:t>For example, </a:t>
            </a:r>
          </a:p>
          <a:p>
            <a:pPr marL="457200" lvl="2" indent="0" algn="just">
              <a:spcBef>
                <a:spcPts val="0"/>
              </a:spcBef>
              <a:spcAft>
                <a:spcPts val="600"/>
              </a:spcAft>
              <a:buNone/>
              <a:defRPr/>
            </a:pPr>
            <a:r>
              <a:rPr lang="en-US" sz="1800" dirty="0">
                <a:latin typeface="Bookman Old Style" pitchFamily="18" charset="0"/>
              </a:rPr>
              <a:t>	</a:t>
            </a:r>
            <a:r>
              <a:rPr lang="en-US" sz="1800" b="1" dirty="0">
                <a:solidFill>
                  <a:srgbClr val="C00000"/>
                </a:solidFill>
                <a:latin typeface="Bookman Old Style" pitchFamily="18" charset="0"/>
              </a:rPr>
              <a:t>package </a:t>
            </a:r>
            <a:r>
              <a:rPr lang="en-US" sz="1800" b="1" dirty="0" err="1">
                <a:solidFill>
                  <a:srgbClr val="C00000"/>
                </a:solidFill>
                <a:latin typeface="Bookman Old Style" pitchFamily="18" charset="0"/>
              </a:rPr>
              <a:t>MyPack</a:t>
            </a:r>
            <a:endParaRPr lang="en-US" sz="1800" b="1" dirty="0">
              <a:solidFill>
                <a:srgbClr val="C00000"/>
              </a:solidFill>
              <a:latin typeface="Bookman Old Style" pitchFamily="18" charset="0"/>
            </a:endParaRPr>
          </a:p>
          <a:p>
            <a:pPr marL="457200" lvl="2" indent="0" algn="just">
              <a:spcBef>
                <a:spcPts val="0"/>
              </a:spcBef>
              <a:spcAft>
                <a:spcPts val="600"/>
              </a:spcAft>
              <a:buNone/>
              <a:defRPr/>
            </a:pPr>
            <a:r>
              <a:rPr lang="en-US" sz="1800" dirty="0">
                <a:latin typeface="Bookman Old Style" pitchFamily="18" charset="0"/>
              </a:rPr>
              <a:t>path to </a:t>
            </a:r>
            <a:r>
              <a:rPr lang="en-US" sz="1800" dirty="0" err="1">
                <a:latin typeface="Bookman Old Style" pitchFamily="18" charset="0"/>
              </a:rPr>
              <a:t>MyPack</a:t>
            </a:r>
            <a:r>
              <a:rPr lang="en-US" sz="1800" dirty="0">
                <a:latin typeface="Bookman Old Style" pitchFamily="18" charset="0"/>
              </a:rPr>
              <a:t> is</a:t>
            </a:r>
          </a:p>
          <a:p>
            <a:pPr marL="457200" lvl="2" indent="0" algn="just">
              <a:spcBef>
                <a:spcPts val="0"/>
              </a:spcBef>
              <a:spcAft>
                <a:spcPts val="600"/>
              </a:spcAft>
              <a:buNone/>
              <a:defRPr/>
            </a:pPr>
            <a:r>
              <a:rPr lang="en-US" sz="1800" dirty="0">
                <a:latin typeface="Bookman Old Style" pitchFamily="18" charset="0"/>
              </a:rPr>
              <a:t>	</a:t>
            </a:r>
            <a:r>
              <a:rPr lang="en-US" sz="1800" b="1" dirty="0">
                <a:solidFill>
                  <a:srgbClr val="C00000"/>
                </a:solidFill>
                <a:latin typeface="Bookman Old Style" pitchFamily="18" charset="0"/>
              </a:rPr>
              <a:t>C:\</a:t>
            </a:r>
            <a:r>
              <a:rPr lang="en-US" sz="1800" b="1" dirty="0" err="1">
                <a:solidFill>
                  <a:srgbClr val="C00000"/>
                </a:solidFill>
                <a:latin typeface="Bookman Old Style" pitchFamily="18" charset="0"/>
              </a:rPr>
              <a:t>MyPrograms</a:t>
            </a:r>
            <a:r>
              <a:rPr lang="en-US" sz="1800" b="1" dirty="0">
                <a:solidFill>
                  <a:srgbClr val="C00000"/>
                </a:solidFill>
                <a:latin typeface="Bookman Old Style" pitchFamily="18" charset="0"/>
              </a:rPr>
              <a:t>\Java\</a:t>
            </a:r>
            <a:r>
              <a:rPr lang="en-US" sz="1800" b="1" dirty="0" err="1">
                <a:solidFill>
                  <a:srgbClr val="C00000"/>
                </a:solidFill>
                <a:latin typeface="Bookman Old Style" pitchFamily="18" charset="0"/>
              </a:rPr>
              <a:t>MyPack</a:t>
            </a:r>
            <a:endParaRPr lang="en-US" sz="1800" b="1" dirty="0">
              <a:solidFill>
                <a:srgbClr val="C00000"/>
              </a:solidFill>
              <a:latin typeface="Bookman Old Style" pitchFamily="18" charset="0"/>
            </a:endParaRPr>
          </a:p>
          <a:p>
            <a:pPr marL="457200" lvl="2" indent="0" algn="just">
              <a:spcBef>
                <a:spcPts val="0"/>
              </a:spcBef>
              <a:spcAft>
                <a:spcPts val="600"/>
              </a:spcAft>
              <a:buNone/>
              <a:defRPr/>
            </a:pPr>
            <a:r>
              <a:rPr lang="en-US" sz="1800" dirty="0">
                <a:latin typeface="Bookman Old Style" pitchFamily="18" charset="0"/>
              </a:rPr>
              <a:t>Then the class path to </a:t>
            </a:r>
            <a:r>
              <a:rPr lang="en-US" sz="1800" dirty="0" err="1">
                <a:latin typeface="Bookman Old Style" pitchFamily="18" charset="0"/>
              </a:rPr>
              <a:t>MyPack</a:t>
            </a:r>
            <a:r>
              <a:rPr lang="en-US" sz="1800" dirty="0">
                <a:latin typeface="Bookman Old Style" pitchFamily="18" charset="0"/>
              </a:rPr>
              <a:t> is</a:t>
            </a:r>
          </a:p>
          <a:p>
            <a:pPr marL="457200" lvl="2" indent="0" algn="just">
              <a:spcBef>
                <a:spcPts val="0"/>
              </a:spcBef>
              <a:spcAft>
                <a:spcPts val="600"/>
              </a:spcAft>
              <a:buNone/>
              <a:defRPr/>
            </a:pPr>
            <a:r>
              <a:rPr lang="en-US" sz="1800" dirty="0">
                <a:latin typeface="Bookman Old Style" pitchFamily="18" charset="0"/>
              </a:rPr>
              <a:t>	</a:t>
            </a:r>
            <a:r>
              <a:rPr lang="en-US" sz="1800" b="1" dirty="0">
                <a:solidFill>
                  <a:srgbClr val="C00000"/>
                </a:solidFill>
                <a:latin typeface="Bookman Old Style" pitchFamily="18" charset="0"/>
              </a:rPr>
              <a:t>C:\</a:t>
            </a:r>
            <a:r>
              <a:rPr lang="en-US" sz="1800" b="1" dirty="0" err="1">
                <a:solidFill>
                  <a:srgbClr val="C00000"/>
                </a:solidFill>
                <a:latin typeface="Bookman Old Style" pitchFamily="18" charset="0"/>
              </a:rPr>
              <a:t>MyPrograms</a:t>
            </a:r>
            <a:r>
              <a:rPr lang="en-US" sz="1800" b="1" dirty="0">
                <a:solidFill>
                  <a:srgbClr val="C00000"/>
                </a:solidFill>
                <a:latin typeface="Bookman Old Style" pitchFamily="18" charset="0"/>
              </a:rPr>
              <a:t>\Java</a:t>
            </a:r>
          </a:p>
          <a:p>
            <a:endParaRPr lang="en-US" sz="1800" dirty="0">
              <a:latin typeface="Bookman Old Style" pitchFamily="18" charset="0"/>
            </a:endParaRPr>
          </a:p>
        </p:txBody>
      </p:sp>
      <p:sp>
        <p:nvSpPr>
          <p:cNvPr id="4" name="Rectangle 3"/>
          <p:cNvSpPr/>
          <p:nvPr/>
        </p:nvSpPr>
        <p:spPr>
          <a:xfrm>
            <a:off x="0" y="0"/>
            <a:ext cx="9144000" cy="164637"/>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0" y="6720747"/>
            <a:ext cx="9144000" cy="164637"/>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955998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07504" y="116632"/>
            <a:ext cx="8856984" cy="1754326"/>
          </a:xfrm>
          <a:prstGeom prst="rect">
            <a:avLst/>
          </a:prstGeom>
          <a:noFill/>
        </p:spPr>
        <p:txBody>
          <a:bodyPr wrap="square" rtlCol="0">
            <a:spAutoFit/>
          </a:bodyPr>
          <a:lstStyle/>
          <a:p>
            <a:r>
              <a:rPr lang="en-US" dirty="0">
                <a:solidFill>
                  <a:srgbClr val="FF0000"/>
                </a:solidFill>
                <a:latin typeface="Bookman Old Style" pitchFamily="18" charset="0"/>
                <a:cs typeface="Rockwell"/>
              </a:rPr>
              <a:t>Example 5.1</a:t>
            </a:r>
            <a:r>
              <a:rPr lang="en-US" dirty="0">
                <a:latin typeface="Bookman Old Style" pitchFamily="18" charset="0"/>
                <a:cs typeface="Rockwell"/>
              </a:rPr>
              <a:t>. Design a class named Balance which has  one string data field called ‘name’ and one double field called ‘</a:t>
            </a:r>
            <a:r>
              <a:rPr lang="en-US" dirty="0" err="1">
                <a:latin typeface="Bookman Old Style" pitchFamily="18" charset="0"/>
                <a:cs typeface="Rockwell"/>
              </a:rPr>
              <a:t>bal</a:t>
            </a:r>
            <a:r>
              <a:rPr lang="en-US" dirty="0">
                <a:latin typeface="Bookman Old Style" pitchFamily="18" charset="0"/>
                <a:cs typeface="Rockwell"/>
              </a:rPr>
              <a:t>’,  two argument constructor that creates the Balance object with specified name and balance, one method named ‘show’ to display the balance. Write a test program to create three balance objects and display their current balances. Create a ‘</a:t>
            </a:r>
            <a:r>
              <a:rPr lang="en-US" dirty="0" err="1">
                <a:latin typeface="Bookman Old Style" pitchFamily="18" charset="0"/>
                <a:cs typeface="Rockwell"/>
              </a:rPr>
              <a:t>MyPack</a:t>
            </a:r>
            <a:r>
              <a:rPr lang="en-US" dirty="0">
                <a:latin typeface="Bookman Old Style" pitchFamily="18" charset="0"/>
                <a:cs typeface="Rockwell"/>
              </a:rPr>
              <a:t>’ package and include Balance class inside it.</a:t>
            </a:r>
          </a:p>
        </p:txBody>
      </p:sp>
      <p:sp>
        <p:nvSpPr>
          <p:cNvPr id="2" name="Rectangle 1"/>
          <p:cNvSpPr/>
          <p:nvPr/>
        </p:nvSpPr>
        <p:spPr>
          <a:xfrm>
            <a:off x="18528" y="1902455"/>
            <a:ext cx="4572000" cy="3539430"/>
          </a:xfrm>
          <a:prstGeom prst="rect">
            <a:avLst/>
          </a:prstGeom>
          <a:solidFill>
            <a:schemeClr val="bg2"/>
          </a:solidFill>
        </p:spPr>
        <p:txBody>
          <a:bodyPr>
            <a:spAutoFit/>
          </a:bodyPr>
          <a:lstStyle/>
          <a:p>
            <a:r>
              <a:rPr lang="en-US" sz="1600" b="1" dirty="0">
                <a:latin typeface="Bookman Old Style" pitchFamily="18" charset="0"/>
              </a:rPr>
              <a:t>package </a:t>
            </a:r>
            <a:r>
              <a:rPr lang="en-US" sz="1600" b="1" dirty="0" err="1">
                <a:latin typeface="Bookman Old Style" pitchFamily="18" charset="0"/>
              </a:rPr>
              <a:t>MyPack</a:t>
            </a:r>
            <a:r>
              <a:rPr lang="en-US" sz="1600" b="1" dirty="0">
                <a:latin typeface="Bookman Old Style" pitchFamily="18" charset="0"/>
              </a:rPr>
              <a:t>;</a:t>
            </a:r>
            <a:endParaRPr lang="en-US" sz="1600" dirty="0">
              <a:latin typeface="Bookman Old Style" pitchFamily="18" charset="0"/>
            </a:endParaRPr>
          </a:p>
          <a:p>
            <a:r>
              <a:rPr lang="en-US" sz="1600" dirty="0">
                <a:latin typeface="Bookman Old Style" pitchFamily="18" charset="0"/>
              </a:rPr>
              <a:t>class Balance {</a:t>
            </a:r>
          </a:p>
          <a:p>
            <a:pPr lvl="1"/>
            <a:r>
              <a:rPr lang="en-US" sz="1600" dirty="0">
                <a:latin typeface="Bookman Old Style" pitchFamily="18" charset="0"/>
              </a:rPr>
              <a:t>String name;</a:t>
            </a:r>
          </a:p>
          <a:p>
            <a:pPr lvl="1"/>
            <a:r>
              <a:rPr lang="en-US" sz="1600" dirty="0">
                <a:latin typeface="Bookman Old Style" pitchFamily="18" charset="0"/>
              </a:rPr>
              <a:t>double </a:t>
            </a:r>
            <a:r>
              <a:rPr lang="en-US" sz="1600" dirty="0" err="1">
                <a:latin typeface="Bookman Old Style" pitchFamily="18" charset="0"/>
              </a:rPr>
              <a:t>bal</a:t>
            </a:r>
            <a:r>
              <a:rPr lang="en-US" sz="1600" dirty="0">
                <a:latin typeface="Bookman Old Style" pitchFamily="18" charset="0"/>
              </a:rPr>
              <a:t>;</a:t>
            </a:r>
          </a:p>
          <a:p>
            <a:pPr lvl="1"/>
            <a:r>
              <a:rPr lang="en-US" sz="1600" dirty="0">
                <a:latin typeface="Bookman Old Style" pitchFamily="18" charset="0"/>
              </a:rPr>
              <a:t>Balance(String n, double b) {</a:t>
            </a:r>
          </a:p>
          <a:p>
            <a:pPr lvl="1"/>
            <a:r>
              <a:rPr lang="en-US" sz="1600" dirty="0">
                <a:latin typeface="Bookman Old Style" pitchFamily="18" charset="0"/>
              </a:rPr>
              <a:t>name = n;</a:t>
            </a:r>
          </a:p>
          <a:p>
            <a:pPr lvl="1"/>
            <a:r>
              <a:rPr lang="en-US" sz="1600" dirty="0" err="1">
                <a:latin typeface="Bookman Old Style" pitchFamily="18" charset="0"/>
              </a:rPr>
              <a:t>bal</a:t>
            </a:r>
            <a:r>
              <a:rPr lang="en-US" sz="1600" dirty="0">
                <a:latin typeface="Bookman Old Style" pitchFamily="18" charset="0"/>
              </a:rPr>
              <a:t> = b;</a:t>
            </a:r>
          </a:p>
          <a:p>
            <a:pPr lvl="1"/>
            <a:r>
              <a:rPr lang="en-US" sz="1600" dirty="0">
                <a:latin typeface="Bookman Old Style" pitchFamily="18" charset="0"/>
              </a:rPr>
              <a:t>}</a:t>
            </a:r>
          </a:p>
          <a:p>
            <a:pPr lvl="1"/>
            <a:r>
              <a:rPr lang="en-US" sz="1600" dirty="0">
                <a:latin typeface="Bookman Old Style" pitchFamily="18" charset="0"/>
              </a:rPr>
              <a:t>void show() {</a:t>
            </a:r>
          </a:p>
          <a:p>
            <a:pPr lvl="1"/>
            <a:r>
              <a:rPr lang="en-US" sz="1600" dirty="0">
                <a:latin typeface="Bookman Old Style" pitchFamily="18" charset="0"/>
              </a:rPr>
              <a:t>if(</a:t>
            </a:r>
            <a:r>
              <a:rPr lang="en-US" sz="1600" dirty="0" err="1">
                <a:latin typeface="Bookman Old Style" pitchFamily="18" charset="0"/>
              </a:rPr>
              <a:t>bal</a:t>
            </a:r>
            <a:r>
              <a:rPr lang="en-US" sz="1600" dirty="0">
                <a:latin typeface="Bookman Old Style" pitchFamily="18" charset="0"/>
              </a:rPr>
              <a:t>&lt;0)</a:t>
            </a:r>
          </a:p>
          <a:p>
            <a:pPr lvl="1"/>
            <a:r>
              <a:rPr lang="en-US" sz="1600" dirty="0" err="1">
                <a:latin typeface="Bookman Old Style" pitchFamily="18" charset="0"/>
              </a:rPr>
              <a:t>System.out.print</a:t>
            </a:r>
            <a:r>
              <a:rPr lang="en-US" sz="1600" dirty="0">
                <a:latin typeface="Bookman Old Style" pitchFamily="18" charset="0"/>
              </a:rPr>
              <a:t>("--&gt; ");</a:t>
            </a:r>
          </a:p>
          <a:p>
            <a:pPr lvl="1"/>
            <a:r>
              <a:rPr lang="en-US" sz="1600" dirty="0" err="1">
                <a:latin typeface="Bookman Old Style" pitchFamily="18" charset="0"/>
              </a:rPr>
              <a:t>System.out.println</a:t>
            </a:r>
            <a:r>
              <a:rPr lang="en-US" sz="1600" dirty="0">
                <a:latin typeface="Bookman Old Style" pitchFamily="18" charset="0"/>
              </a:rPr>
              <a:t>(name + ": $" + </a:t>
            </a:r>
            <a:r>
              <a:rPr lang="en-US" sz="1600" dirty="0" err="1">
                <a:latin typeface="Bookman Old Style" pitchFamily="18" charset="0"/>
              </a:rPr>
              <a:t>bal</a:t>
            </a:r>
            <a:r>
              <a:rPr lang="en-US" sz="1600" dirty="0">
                <a:latin typeface="Bookman Old Style" pitchFamily="18" charset="0"/>
              </a:rPr>
              <a:t>);</a:t>
            </a:r>
          </a:p>
          <a:p>
            <a:r>
              <a:rPr lang="en-US" sz="1600" dirty="0">
                <a:latin typeface="Bookman Old Style" pitchFamily="18" charset="0"/>
              </a:rPr>
              <a:t>}</a:t>
            </a:r>
          </a:p>
          <a:p>
            <a:r>
              <a:rPr lang="en-US" sz="1600" dirty="0">
                <a:latin typeface="Bookman Old Style" pitchFamily="18" charset="0"/>
              </a:rPr>
              <a:t>}</a:t>
            </a:r>
          </a:p>
        </p:txBody>
      </p:sp>
      <p:sp>
        <p:nvSpPr>
          <p:cNvPr id="3" name="Rectangle 2"/>
          <p:cNvSpPr/>
          <p:nvPr/>
        </p:nvSpPr>
        <p:spPr>
          <a:xfrm>
            <a:off x="4513040" y="3672170"/>
            <a:ext cx="4572000" cy="3046988"/>
          </a:xfrm>
          <a:prstGeom prst="rect">
            <a:avLst/>
          </a:prstGeom>
          <a:solidFill>
            <a:schemeClr val="bg2"/>
          </a:solidFill>
        </p:spPr>
        <p:txBody>
          <a:bodyPr>
            <a:spAutoFit/>
          </a:bodyPr>
          <a:lstStyle/>
          <a:p>
            <a:r>
              <a:rPr lang="en-US" sz="1600" dirty="0">
                <a:latin typeface="Bookman Old Style" pitchFamily="18" charset="0"/>
              </a:rPr>
              <a:t>class </a:t>
            </a:r>
            <a:r>
              <a:rPr lang="en-US" sz="1600" dirty="0" err="1">
                <a:latin typeface="Bookman Old Style" pitchFamily="18" charset="0"/>
              </a:rPr>
              <a:t>AccountBalance</a:t>
            </a:r>
            <a:r>
              <a:rPr lang="en-US" sz="1600" dirty="0">
                <a:latin typeface="Bookman Old Style" pitchFamily="18" charset="0"/>
              </a:rPr>
              <a:t> {</a:t>
            </a:r>
          </a:p>
          <a:p>
            <a:r>
              <a:rPr lang="en-US" sz="1600" dirty="0">
                <a:latin typeface="Bookman Old Style" pitchFamily="18" charset="0"/>
              </a:rPr>
              <a:t>public static void main(String </a:t>
            </a:r>
            <a:r>
              <a:rPr lang="en-US" sz="1600" dirty="0" err="1">
                <a:latin typeface="Bookman Old Style" pitchFamily="18" charset="0"/>
              </a:rPr>
              <a:t>args</a:t>
            </a:r>
            <a:r>
              <a:rPr lang="en-US" sz="1600" dirty="0">
                <a:latin typeface="Bookman Old Style" pitchFamily="18" charset="0"/>
              </a:rPr>
              <a:t>[]) {</a:t>
            </a:r>
          </a:p>
          <a:p>
            <a:r>
              <a:rPr lang="en-US" sz="1600" dirty="0">
                <a:latin typeface="Bookman Old Style" pitchFamily="18" charset="0"/>
              </a:rPr>
              <a:t>Balance current[] = new Balance[3];</a:t>
            </a:r>
          </a:p>
          <a:p>
            <a:r>
              <a:rPr lang="en-US" sz="1600" dirty="0">
                <a:latin typeface="Bookman Old Style" pitchFamily="18" charset="0"/>
              </a:rPr>
              <a:t>current[0] = new Balance("K. J. Fielding", 123.23);</a:t>
            </a:r>
          </a:p>
          <a:p>
            <a:r>
              <a:rPr lang="en-US" sz="1600" dirty="0">
                <a:latin typeface="Bookman Old Style" pitchFamily="18" charset="0"/>
              </a:rPr>
              <a:t>current[1] = new Balance("Will Tell", 157.02);</a:t>
            </a:r>
          </a:p>
          <a:p>
            <a:r>
              <a:rPr lang="en-US" sz="1600" dirty="0">
                <a:latin typeface="Bookman Old Style" pitchFamily="18" charset="0"/>
              </a:rPr>
              <a:t>current[2] = new Balance("Tom Jackson", -12.33);</a:t>
            </a:r>
          </a:p>
          <a:p>
            <a:r>
              <a:rPr lang="en-US" sz="1600" dirty="0">
                <a:latin typeface="Bookman Old Style" pitchFamily="18" charset="0"/>
              </a:rPr>
              <a:t>for(</a:t>
            </a:r>
            <a:r>
              <a:rPr lang="en-US" sz="1600" dirty="0" err="1">
                <a:latin typeface="Bookman Old Style" pitchFamily="18" charset="0"/>
              </a:rPr>
              <a:t>int</a:t>
            </a:r>
            <a:r>
              <a:rPr lang="en-US" sz="1600" dirty="0">
                <a:latin typeface="Bookman Old Style" pitchFamily="18" charset="0"/>
              </a:rPr>
              <a:t> i=0; i&lt;3; i++) current[i].show();</a:t>
            </a:r>
          </a:p>
          <a:p>
            <a:r>
              <a:rPr lang="en-US" sz="1600" dirty="0">
                <a:latin typeface="Bookman Old Style" pitchFamily="18" charset="0"/>
              </a:rPr>
              <a:t>}</a:t>
            </a:r>
          </a:p>
          <a:p>
            <a:r>
              <a:rPr lang="en-US" sz="1600" dirty="0">
                <a:latin typeface="Bookman Old Style" pitchFamily="18" charset="0"/>
              </a:rPr>
              <a:t>}</a:t>
            </a:r>
          </a:p>
        </p:txBody>
      </p:sp>
    </p:spTree>
    <p:extLst>
      <p:ext uri="{BB962C8B-B14F-4D97-AF65-F5344CB8AC3E}">
        <p14:creationId xmlns:p14="http://schemas.microsoft.com/office/powerpoint/2010/main" val="15306194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 y="1181757"/>
            <a:ext cx="9144000" cy="4351961"/>
          </a:xfrm>
          <a:prstGeom prst="rect">
            <a:avLst/>
          </a:prstGeom>
        </p:spPr>
        <p:txBody>
          <a:bodyPr wrap="square">
            <a:spAutoFit/>
          </a:bodyPr>
          <a:lstStyle/>
          <a:p>
            <a:pPr marL="342900" indent="-342900" algn="just" latinLnBrk="0">
              <a:lnSpc>
                <a:spcPct val="90000"/>
              </a:lnSpc>
              <a:spcAft>
                <a:spcPts val="600"/>
              </a:spcAft>
              <a:buSzPct val="75000"/>
              <a:buFont typeface="Wingdings" pitchFamily="2" charset="2"/>
              <a:buChar char="§"/>
              <a:defRPr/>
            </a:pPr>
            <a:r>
              <a:rPr lang="en-US" dirty="0">
                <a:latin typeface="Bookman Old Style" pitchFamily="18" charset="0"/>
              </a:rPr>
              <a:t>Java includes the import statement to bring certain classes, or entire packages, into visibility. </a:t>
            </a:r>
          </a:p>
          <a:p>
            <a:pPr marL="0" lvl="1" algn="just" latinLnBrk="0">
              <a:lnSpc>
                <a:spcPct val="90000"/>
              </a:lnSpc>
              <a:spcAft>
                <a:spcPts val="600"/>
              </a:spcAft>
              <a:buSzPct val="75000"/>
              <a:defRPr/>
            </a:pPr>
            <a:r>
              <a:rPr lang="en-US" dirty="0">
                <a:latin typeface="Bookman Old Style" pitchFamily="18" charset="0"/>
              </a:rPr>
              <a:t>		</a:t>
            </a:r>
            <a:r>
              <a:rPr lang="en-US" b="1" dirty="0">
                <a:latin typeface="Bookman Old Style" pitchFamily="18" charset="0"/>
              </a:rPr>
              <a:t>import pkg1[.pkg2].(</a:t>
            </a:r>
            <a:r>
              <a:rPr lang="en-US" b="1" dirty="0" err="1">
                <a:latin typeface="Bookman Old Style" pitchFamily="18" charset="0"/>
              </a:rPr>
              <a:t>classname</a:t>
            </a:r>
            <a:r>
              <a:rPr lang="en-US" b="1" dirty="0">
                <a:latin typeface="Bookman Old Style" pitchFamily="18" charset="0"/>
              </a:rPr>
              <a:t>|*);</a:t>
            </a:r>
          </a:p>
          <a:p>
            <a:pPr marL="0" lvl="1" algn="just" latinLnBrk="0">
              <a:lnSpc>
                <a:spcPct val="90000"/>
              </a:lnSpc>
              <a:spcAft>
                <a:spcPts val="600"/>
              </a:spcAft>
              <a:buSzPct val="75000"/>
              <a:defRPr/>
            </a:pPr>
            <a:r>
              <a:rPr lang="en-US" dirty="0">
                <a:latin typeface="Bookman Old Style" pitchFamily="18" charset="0"/>
              </a:rPr>
              <a:t>     pkg1 is the name of a top-level package, and pkg2 is the name 	of     </a:t>
            </a:r>
          </a:p>
          <a:p>
            <a:pPr marL="0" lvl="1" algn="just" latinLnBrk="0">
              <a:lnSpc>
                <a:spcPct val="90000"/>
              </a:lnSpc>
              <a:spcAft>
                <a:spcPts val="600"/>
              </a:spcAft>
              <a:buSzPct val="75000"/>
              <a:defRPr/>
            </a:pPr>
            <a:r>
              <a:rPr lang="en-US" dirty="0">
                <a:latin typeface="Bookman Old Style" pitchFamily="18" charset="0"/>
              </a:rPr>
              <a:t>     a subordinate package inside the outer package separated by a dot (.). </a:t>
            </a:r>
          </a:p>
          <a:p>
            <a:pPr marL="285750" lvl="1" indent="-285750" algn="just" latinLnBrk="0">
              <a:lnSpc>
                <a:spcPct val="90000"/>
              </a:lnSpc>
              <a:spcAft>
                <a:spcPts val="600"/>
              </a:spcAft>
              <a:buSzPct val="75000"/>
              <a:buFont typeface="Wingdings" pitchFamily="2" charset="2"/>
              <a:buChar char="§"/>
              <a:defRPr/>
            </a:pPr>
            <a:endParaRPr lang="en-US" dirty="0">
              <a:latin typeface="Bookman Old Style" pitchFamily="18" charset="0"/>
            </a:endParaRPr>
          </a:p>
          <a:p>
            <a:pPr marL="342900" indent="-342900" algn="just" latinLnBrk="0">
              <a:lnSpc>
                <a:spcPct val="90000"/>
              </a:lnSpc>
              <a:spcAft>
                <a:spcPts val="600"/>
              </a:spcAft>
              <a:buSzPct val="75000"/>
              <a:buFont typeface="Wingdings" pitchFamily="2" charset="2"/>
              <a:buChar char="§"/>
              <a:defRPr/>
            </a:pPr>
            <a:r>
              <a:rPr lang="en-US" dirty="0">
                <a:latin typeface="Bookman Old Style" pitchFamily="18" charset="0"/>
              </a:rPr>
              <a:t>Once imported, a class can be referred to directly, using only its name.  	import package  </a:t>
            </a:r>
            <a:r>
              <a:rPr lang="en-US" dirty="0">
                <a:latin typeface="Bookman Old Style" pitchFamily="18" charset="0"/>
                <a:sym typeface="Wingdings"/>
              </a:rPr>
              <a:t> </a:t>
            </a:r>
            <a:r>
              <a:rPr lang="hr-HR" dirty="0">
                <a:latin typeface="Bookman Old Style" pitchFamily="18" charset="0"/>
              </a:rPr>
              <a:t>import java.util.Scanner;</a:t>
            </a:r>
          </a:p>
          <a:p>
            <a:pPr lvl="2" algn="just" latinLnBrk="0">
              <a:lnSpc>
                <a:spcPct val="90000"/>
              </a:lnSpc>
              <a:spcAft>
                <a:spcPts val="600"/>
              </a:spcAft>
              <a:buSzPct val="75000"/>
              <a:defRPr/>
            </a:pPr>
            <a:r>
              <a:rPr lang="hr-HR" dirty="0">
                <a:latin typeface="Bookman Old Style" pitchFamily="18" charset="0"/>
              </a:rPr>
              <a:t>     	         </a:t>
            </a:r>
            <a:r>
              <a:rPr lang="en-US" dirty="0">
                <a:latin typeface="Bookman Old Style" pitchFamily="18" charset="0"/>
              </a:rPr>
              <a:t>	    </a:t>
            </a:r>
            <a:r>
              <a:rPr lang="hr-HR" dirty="0">
                <a:latin typeface="Bookman Old Style" pitchFamily="18" charset="0"/>
              </a:rPr>
              <a:t>Scanner input=new Scanner(System.in)</a:t>
            </a:r>
            <a:endParaRPr lang="en-US" dirty="0">
              <a:latin typeface="Bookman Old Style" pitchFamily="18" charset="0"/>
            </a:endParaRPr>
          </a:p>
          <a:p>
            <a:pPr lvl="2" latinLnBrk="0">
              <a:lnSpc>
                <a:spcPct val="90000"/>
              </a:lnSpc>
              <a:spcAft>
                <a:spcPts val="600"/>
              </a:spcAft>
              <a:buSzPct val="75000"/>
              <a:defRPr/>
            </a:pPr>
            <a:r>
              <a:rPr lang="hr-HR" dirty="0">
                <a:latin typeface="Bookman Old Style" pitchFamily="18" charset="0"/>
              </a:rPr>
              <a:t>Without import</a:t>
            </a:r>
            <a:r>
              <a:rPr lang="en-US" dirty="0">
                <a:latin typeface="Bookman Old Style" pitchFamily="18" charset="0"/>
              </a:rPr>
              <a:t>  </a:t>
            </a:r>
            <a:r>
              <a:rPr lang="en-US" dirty="0">
                <a:latin typeface="Bookman Old Style" pitchFamily="18" charset="0"/>
                <a:sym typeface="Wingdings"/>
              </a:rPr>
              <a:t>  </a:t>
            </a:r>
            <a:r>
              <a:rPr lang="pl-PL" dirty="0">
                <a:latin typeface="Bookman Old Style" pitchFamily="18" charset="0"/>
                <a:sym typeface="Wingdings"/>
              </a:rPr>
              <a:t>java.util.Scanner input=new</a:t>
            </a:r>
            <a:r>
              <a:rPr lang="en-US" dirty="0">
                <a:latin typeface="Bookman Old Style" pitchFamily="18" charset="0"/>
                <a:sym typeface="Wingdings"/>
              </a:rPr>
              <a:t>   </a:t>
            </a:r>
          </a:p>
          <a:p>
            <a:pPr lvl="2" latinLnBrk="0">
              <a:lnSpc>
                <a:spcPct val="90000"/>
              </a:lnSpc>
              <a:spcAft>
                <a:spcPts val="600"/>
              </a:spcAft>
              <a:buSzPct val="75000"/>
              <a:defRPr/>
            </a:pPr>
            <a:r>
              <a:rPr lang="en-US" dirty="0">
                <a:latin typeface="Bookman Old Style" pitchFamily="18" charset="0"/>
                <a:sym typeface="Wingdings"/>
              </a:rPr>
              <a:t>                                                                  </a:t>
            </a:r>
            <a:r>
              <a:rPr lang="pl-PL" dirty="0">
                <a:latin typeface="Bookman Old Style" pitchFamily="18" charset="0"/>
                <a:sym typeface="Wingdings"/>
              </a:rPr>
              <a:t>java.util.Scanner(System.in);</a:t>
            </a:r>
          </a:p>
          <a:p>
            <a:pPr marL="342900" indent="-342900" latinLnBrk="0">
              <a:lnSpc>
                <a:spcPct val="90000"/>
              </a:lnSpc>
              <a:spcAft>
                <a:spcPts val="600"/>
              </a:spcAft>
              <a:buSzPct val="75000"/>
              <a:buFont typeface="Wingdings" pitchFamily="2" charset="2"/>
              <a:buChar char="§"/>
              <a:defRPr/>
            </a:pPr>
            <a:endParaRPr lang="en-US" dirty="0">
              <a:latin typeface="Bookman Old Style" pitchFamily="18" charset="0"/>
            </a:endParaRPr>
          </a:p>
          <a:p>
            <a:pPr marL="342900" indent="-342900" algn="just" latinLnBrk="0">
              <a:lnSpc>
                <a:spcPct val="90000"/>
              </a:lnSpc>
              <a:spcAft>
                <a:spcPts val="600"/>
              </a:spcAft>
              <a:buSzPct val="75000"/>
              <a:buFont typeface="Wingdings" pitchFamily="2" charset="2"/>
              <a:buChar char="§"/>
              <a:defRPr/>
            </a:pPr>
            <a:r>
              <a:rPr lang="en-US" dirty="0">
                <a:latin typeface="Bookman Old Style" pitchFamily="18" charset="0"/>
              </a:rPr>
              <a:t>Import statements occur immediately following the package statement (if it exists) and </a:t>
            </a:r>
            <a:r>
              <a:rPr lang="en-US" b="1" dirty="0">
                <a:latin typeface="Bookman Old Style" pitchFamily="18" charset="0"/>
              </a:rPr>
              <a:t>before any class definitions</a:t>
            </a:r>
            <a:r>
              <a:rPr lang="en-US" dirty="0">
                <a:latin typeface="Bookman Old Style" pitchFamily="18" charset="0"/>
              </a:rPr>
              <a:t>. </a:t>
            </a:r>
          </a:p>
        </p:txBody>
      </p:sp>
      <p:sp>
        <p:nvSpPr>
          <p:cNvPr id="2" name="Title 1"/>
          <p:cNvSpPr>
            <a:spLocks noGrp="1"/>
          </p:cNvSpPr>
          <p:nvPr>
            <p:ph type="title"/>
          </p:nvPr>
        </p:nvSpPr>
        <p:spPr>
          <a:xfrm>
            <a:off x="832111" y="188640"/>
            <a:ext cx="7556313" cy="1116106"/>
          </a:xfrm>
        </p:spPr>
        <p:txBody>
          <a:bodyPr>
            <a:normAutofit fontScale="90000"/>
          </a:bodyPr>
          <a:lstStyle/>
          <a:p>
            <a:r>
              <a:rPr lang="en-US" b="1" dirty="0">
                <a:latin typeface="Bookman Old Style" pitchFamily="18" charset="0"/>
              </a:rPr>
              <a:t>Importing Packages</a:t>
            </a:r>
            <a:br>
              <a:rPr lang="en-US" b="1" dirty="0">
                <a:latin typeface="Bookman Old Style" pitchFamily="18" charset="0"/>
              </a:rPr>
            </a:br>
            <a:endParaRPr lang="en-US" b="1" dirty="0">
              <a:latin typeface="Bookman Old Style" pitchFamily="18" charset="0"/>
            </a:endParaRPr>
          </a:p>
        </p:txBody>
      </p:sp>
      <p:sp>
        <p:nvSpPr>
          <p:cNvPr id="4" name="Rectangle 3"/>
          <p:cNvSpPr/>
          <p:nvPr/>
        </p:nvSpPr>
        <p:spPr>
          <a:xfrm>
            <a:off x="0" y="0"/>
            <a:ext cx="9144000" cy="164637"/>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0" y="6720747"/>
            <a:ext cx="9144000" cy="164637"/>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169680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9927"/>
            <a:ext cx="8964488" cy="1116106"/>
          </a:xfrm>
        </p:spPr>
        <p:txBody>
          <a:bodyPr/>
          <a:lstStyle/>
          <a:p>
            <a:pPr algn="l"/>
            <a:r>
              <a:rPr lang="en-US" sz="2000" b="1" dirty="0">
                <a:solidFill>
                  <a:srgbClr val="FF0000"/>
                </a:solidFill>
                <a:latin typeface="Bookman Old Style" pitchFamily="18" charset="0"/>
              </a:rPr>
              <a:t>Example 5.2.  </a:t>
            </a:r>
            <a:r>
              <a:rPr lang="en-US" sz="2000" dirty="0">
                <a:solidFill>
                  <a:schemeClr val="tx1"/>
                </a:solidFill>
                <a:latin typeface="Bookman Old Style" pitchFamily="18" charset="0"/>
              </a:rPr>
              <a:t>An example demonstrating how to access class from different package.</a:t>
            </a:r>
          </a:p>
        </p:txBody>
      </p:sp>
      <p:sp>
        <p:nvSpPr>
          <p:cNvPr id="4" name="Rectangle 3"/>
          <p:cNvSpPr/>
          <p:nvPr/>
        </p:nvSpPr>
        <p:spPr>
          <a:xfrm>
            <a:off x="323528" y="1052736"/>
            <a:ext cx="8213811" cy="3539430"/>
          </a:xfrm>
          <a:prstGeom prst="rect">
            <a:avLst/>
          </a:prstGeom>
          <a:solidFill>
            <a:srgbClr val="FFFFFF"/>
          </a:solidFill>
          <a:ln>
            <a:solidFill>
              <a:srgbClr val="0000CC"/>
            </a:solidFill>
          </a:ln>
        </p:spPr>
        <p:txBody>
          <a:bodyPr wrap="square">
            <a:spAutoFit/>
          </a:bodyPr>
          <a:lstStyle/>
          <a:p>
            <a:r>
              <a:rPr lang="sv-SE" sz="1600" dirty="0" err="1">
                <a:solidFill>
                  <a:srgbClr val="000000"/>
                </a:solidFill>
                <a:latin typeface="Bookman Old Style" pitchFamily="18" charset="0"/>
              </a:rPr>
              <a:t>package</a:t>
            </a:r>
            <a:r>
              <a:rPr lang="sv-SE" sz="1600" dirty="0">
                <a:solidFill>
                  <a:srgbClr val="000000"/>
                </a:solidFill>
                <a:latin typeface="Bookman Old Style" pitchFamily="18" charset="0"/>
              </a:rPr>
              <a:t> </a:t>
            </a:r>
            <a:r>
              <a:rPr lang="sv-SE" sz="1600" dirty="0" err="1">
                <a:solidFill>
                  <a:srgbClr val="000000"/>
                </a:solidFill>
                <a:latin typeface="Bookman Old Style" pitchFamily="18" charset="0"/>
              </a:rPr>
              <a:t>MyPack</a:t>
            </a:r>
            <a:r>
              <a:rPr lang="sv-SE" sz="1600" dirty="0">
                <a:solidFill>
                  <a:srgbClr val="000000"/>
                </a:solidFill>
                <a:latin typeface="Bookman Old Style" pitchFamily="18" charset="0"/>
              </a:rPr>
              <a:t>;</a:t>
            </a:r>
          </a:p>
          <a:p>
            <a:r>
              <a:rPr lang="en-US" sz="1600" b="1" dirty="0">
                <a:solidFill>
                  <a:srgbClr val="FF0000"/>
                </a:solidFill>
                <a:latin typeface="Bookman Old Style" pitchFamily="18" charset="0"/>
              </a:rPr>
              <a:t>public</a:t>
            </a:r>
            <a:r>
              <a:rPr lang="en-US" sz="1600" dirty="0">
                <a:solidFill>
                  <a:srgbClr val="000000"/>
                </a:solidFill>
                <a:latin typeface="Bookman Old Style" pitchFamily="18" charset="0"/>
              </a:rPr>
              <a:t> class Balance {</a:t>
            </a:r>
          </a:p>
          <a:p>
            <a:pPr lvl="1"/>
            <a:r>
              <a:rPr lang="en-US" sz="1600" dirty="0">
                <a:solidFill>
                  <a:srgbClr val="000000"/>
                </a:solidFill>
                <a:latin typeface="Bookman Old Style" pitchFamily="18" charset="0"/>
              </a:rPr>
              <a:t>String name;</a:t>
            </a:r>
          </a:p>
          <a:p>
            <a:pPr lvl="1"/>
            <a:r>
              <a:rPr lang="nb-NO" sz="1600" dirty="0">
                <a:solidFill>
                  <a:srgbClr val="000000"/>
                </a:solidFill>
                <a:latin typeface="Bookman Old Style" pitchFamily="18" charset="0"/>
              </a:rPr>
              <a:t>double bal;</a:t>
            </a:r>
          </a:p>
          <a:p>
            <a:pPr lvl="1"/>
            <a:r>
              <a:rPr lang="en-US" sz="1600" b="1" dirty="0">
                <a:solidFill>
                  <a:srgbClr val="FF0000"/>
                </a:solidFill>
                <a:latin typeface="Bookman Old Style" pitchFamily="18" charset="0"/>
              </a:rPr>
              <a:t>public</a:t>
            </a:r>
            <a:r>
              <a:rPr lang="en-US" sz="1600" dirty="0">
                <a:solidFill>
                  <a:srgbClr val="000000"/>
                </a:solidFill>
                <a:latin typeface="Bookman Old Style" pitchFamily="18" charset="0"/>
              </a:rPr>
              <a:t> Balance(String n, double b) {</a:t>
            </a:r>
          </a:p>
          <a:p>
            <a:pPr lvl="1"/>
            <a:r>
              <a:rPr lang="de-DE" sz="1600" dirty="0" err="1">
                <a:solidFill>
                  <a:srgbClr val="000000"/>
                </a:solidFill>
                <a:latin typeface="Bookman Old Style" pitchFamily="18" charset="0"/>
              </a:rPr>
              <a:t>name</a:t>
            </a:r>
            <a:r>
              <a:rPr lang="de-DE" sz="1600" dirty="0">
                <a:solidFill>
                  <a:srgbClr val="000000"/>
                </a:solidFill>
                <a:latin typeface="Bookman Old Style" pitchFamily="18" charset="0"/>
              </a:rPr>
              <a:t> = </a:t>
            </a:r>
            <a:r>
              <a:rPr lang="de-DE" sz="1600" dirty="0" err="1">
                <a:solidFill>
                  <a:srgbClr val="000000"/>
                </a:solidFill>
                <a:latin typeface="Bookman Old Style" pitchFamily="18" charset="0"/>
              </a:rPr>
              <a:t>n</a:t>
            </a:r>
            <a:r>
              <a:rPr lang="de-DE" sz="1600" dirty="0">
                <a:solidFill>
                  <a:srgbClr val="000000"/>
                </a:solidFill>
                <a:latin typeface="Bookman Old Style" pitchFamily="18" charset="0"/>
              </a:rPr>
              <a:t>;</a:t>
            </a:r>
          </a:p>
          <a:p>
            <a:pPr lvl="1"/>
            <a:r>
              <a:rPr lang="en-US" sz="1600" dirty="0" err="1">
                <a:solidFill>
                  <a:srgbClr val="000000"/>
                </a:solidFill>
                <a:latin typeface="Bookman Old Style" pitchFamily="18" charset="0"/>
              </a:rPr>
              <a:t>bal</a:t>
            </a:r>
            <a:r>
              <a:rPr lang="en-US" sz="1600" dirty="0">
                <a:solidFill>
                  <a:srgbClr val="000000"/>
                </a:solidFill>
                <a:latin typeface="Bookman Old Style" pitchFamily="18" charset="0"/>
              </a:rPr>
              <a:t> = b;</a:t>
            </a:r>
          </a:p>
          <a:p>
            <a:pPr lvl="1"/>
            <a:r>
              <a:rPr lang="en-US" sz="1600" dirty="0">
                <a:solidFill>
                  <a:srgbClr val="000000"/>
                </a:solidFill>
                <a:latin typeface="Bookman Old Style" pitchFamily="18" charset="0"/>
              </a:rPr>
              <a:t>}</a:t>
            </a:r>
          </a:p>
          <a:p>
            <a:pPr lvl="1"/>
            <a:r>
              <a:rPr lang="fi-FI" sz="1600" b="1" dirty="0" err="1">
                <a:solidFill>
                  <a:srgbClr val="FF0000"/>
                </a:solidFill>
                <a:latin typeface="Bookman Old Style" pitchFamily="18" charset="0"/>
              </a:rPr>
              <a:t>public</a:t>
            </a:r>
            <a:r>
              <a:rPr lang="fi-FI" sz="1600" dirty="0">
                <a:solidFill>
                  <a:srgbClr val="000000"/>
                </a:solidFill>
                <a:latin typeface="Bookman Old Style" pitchFamily="18" charset="0"/>
              </a:rPr>
              <a:t> </a:t>
            </a:r>
            <a:r>
              <a:rPr lang="fi-FI" sz="1600" dirty="0" err="1">
                <a:solidFill>
                  <a:srgbClr val="000000"/>
                </a:solidFill>
                <a:latin typeface="Bookman Old Style" pitchFamily="18" charset="0"/>
              </a:rPr>
              <a:t>void</a:t>
            </a:r>
            <a:r>
              <a:rPr lang="fi-FI" sz="1600" dirty="0">
                <a:solidFill>
                  <a:srgbClr val="000000"/>
                </a:solidFill>
                <a:latin typeface="Bookman Old Style" pitchFamily="18" charset="0"/>
              </a:rPr>
              <a:t> </a:t>
            </a:r>
            <a:r>
              <a:rPr lang="fi-FI" sz="1600" b="1" dirty="0">
                <a:solidFill>
                  <a:srgbClr val="000000"/>
                </a:solidFill>
                <a:latin typeface="Bookman Old Style" pitchFamily="18" charset="0"/>
              </a:rPr>
              <a:t>show</a:t>
            </a:r>
            <a:r>
              <a:rPr lang="fi-FI" sz="1600" dirty="0">
                <a:solidFill>
                  <a:srgbClr val="000000"/>
                </a:solidFill>
                <a:latin typeface="Bookman Old Style" pitchFamily="18" charset="0"/>
              </a:rPr>
              <a:t>() {</a:t>
            </a:r>
          </a:p>
          <a:p>
            <a:pPr lvl="1"/>
            <a:r>
              <a:rPr lang="en-US" sz="1600" dirty="0">
                <a:solidFill>
                  <a:srgbClr val="000000"/>
                </a:solidFill>
                <a:latin typeface="Bookman Old Style" pitchFamily="18" charset="0"/>
              </a:rPr>
              <a:t>if(</a:t>
            </a:r>
            <a:r>
              <a:rPr lang="en-US" sz="1600" dirty="0" err="1">
                <a:solidFill>
                  <a:srgbClr val="000000"/>
                </a:solidFill>
                <a:latin typeface="Bookman Old Style" pitchFamily="18" charset="0"/>
              </a:rPr>
              <a:t>bal</a:t>
            </a:r>
            <a:r>
              <a:rPr lang="en-US" sz="1600" dirty="0">
                <a:solidFill>
                  <a:srgbClr val="000000"/>
                </a:solidFill>
                <a:latin typeface="Bookman Old Style" pitchFamily="18" charset="0"/>
              </a:rPr>
              <a:t>&lt;0)</a:t>
            </a:r>
          </a:p>
          <a:p>
            <a:pPr lvl="1"/>
            <a:r>
              <a:rPr lang="en-US" sz="1600" dirty="0" err="1">
                <a:solidFill>
                  <a:srgbClr val="000000"/>
                </a:solidFill>
                <a:latin typeface="Bookman Old Style" pitchFamily="18" charset="0"/>
              </a:rPr>
              <a:t>System.out.print</a:t>
            </a:r>
            <a:r>
              <a:rPr lang="en-US" sz="1600" dirty="0">
                <a:solidFill>
                  <a:srgbClr val="000000"/>
                </a:solidFill>
                <a:latin typeface="Bookman Old Style" pitchFamily="18" charset="0"/>
              </a:rPr>
              <a:t>("--&gt; ");</a:t>
            </a:r>
          </a:p>
          <a:p>
            <a:pPr lvl="1"/>
            <a:r>
              <a:rPr lang="en-US" sz="1600" dirty="0" err="1">
                <a:solidFill>
                  <a:srgbClr val="000000"/>
                </a:solidFill>
                <a:latin typeface="Bookman Old Style" pitchFamily="18" charset="0"/>
              </a:rPr>
              <a:t>System.out.println</a:t>
            </a:r>
            <a:r>
              <a:rPr lang="en-US" sz="1600" dirty="0">
                <a:solidFill>
                  <a:srgbClr val="000000"/>
                </a:solidFill>
                <a:latin typeface="Bookman Old Style" pitchFamily="18" charset="0"/>
              </a:rPr>
              <a:t>(name + ": $" + </a:t>
            </a:r>
            <a:r>
              <a:rPr lang="en-US" sz="1600" dirty="0" err="1">
                <a:solidFill>
                  <a:srgbClr val="000000"/>
                </a:solidFill>
                <a:latin typeface="Bookman Old Style" pitchFamily="18" charset="0"/>
              </a:rPr>
              <a:t>bal</a:t>
            </a:r>
            <a:r>
              <a:rPr lang="en-US" sz="1600" dirty="0">
                <a:solidFill>
                  <a:srgbClr val="000000"/>
                </a:solidFill>
                <a:latin typeface="Bookman Old Style" pitchFamily="18" charset="0"/>
              </a:rPr>
              <a:t>);</a:t>
            </a:r>
          </a:p>
          <a:p>
            <a:pPr lvl="1"/>
            <a:r>
              <a:rPr lang="en-US" sz="1600" dirty="0">
                <a:solidFill>
                  <a:srgbClr val="000000"/>
                </a:solidFill>
                <a:latin typeface="Bookman Old Style" pitchFamily="18" charset="0"/>
              </a:rPr>
              <a:t>}</a:t>
            </a:r>
          </a:p>
          <a:p>
            <a:r>
              <a:rPr lang="en-US" sz="1600" dirty="0">
                <a:solidFill>
                  <a:srgbClr val="000000"/>
                </a:solidFill>
                <a:latin typeface="Bookman Old Style" pitchFamily="18" charset="0"/>
              </a:rPr>
              <a:t>}</a:t>
            </a:r>
          </a:p>
        </p:txBody>
      </p:sp>
      <p:sp>
        <p:nvSpPr>
          <p:cNvPr id="3" name="Rectangle 2"/>
          <p:cNvSpPr/>
          <p:nvPr/>
        </p:nvSpPr>
        <p:spPr>
          <a:xfrm>
            <a:off x="4788024" y="3550364"/>
            <a:ext cx="4283968" cy="2800767"/>
          </a:xfrm>
          <a:prstGeom prst="rect">
            <a:avLst/>
          </a:prstGeom>
          <a:solidFill>
            <a:schemeClr val="bg1"/>
          </a:solidFill>
          <a:ln>
            <a:solidFill>
              <a:srgbClr val="0000CC"/>
            </a:solidFill>
          </a:ln>
        </p:spPr>
        <p:txBody>
          <a:bodyPr wrap="square">
            <a:spAutoFit/>
          </a:bodyPr>
          <a:lstStyle/>
          <a:p>
            <a:pPr latinLnBrk="0"/>
            <a:r>
              <a:rPr lang="sv-SE" sz="1600" b="1" dirty="0" err="1">
                <a:latin typeface="Bookman Old Style" pitchFamily="18" charset="0"/>
              </a:rPr>
              <a:t>package</a:t>
            </a:r>
            <a:r>
              <a:rPr lang="sv-SE" sz="1600" b="1" dirty="0">
                <a:latin typeface="Bookman Old Style" pitchFamily="18" charset="0"/>
              </a:rPr>
              <a:t> Pack2;</a:t>
            </a:r>
          </a:p>
          <a:p>
            <a:pPr latinLnBrk="0"/>
            <a:r>
              <a:rPr lang="en-US" sz="1600" b="1" dirty="0">
                <a:latin typeface="Bookman Old Style" pitchFamily="18" charset="0"/>
              </a:rPr>
              <a:t>import </a:t>
            </a:r>
            <a:r>
              <a:rPr lang="en-US" sz="1600" b="1" u="sng" dirty="0" err="1">
                <a:latin typeface="Bookman Old Style" pitchFamily="18" charset="0"/>
              </a:rPr>
              <a:t>MyPack</a:t>
            </a:r>
            <a:r>
              <a:rPr lang="en-US" sz="1600" b="1" u="sng" dirty="0">
                <a:latin typeface="Bookman Old Style" pitchFamily="18" charset="0"/>
              </a:rPr>
              <a:t>.*;</a:t>
            </a:r>
          </a:p>
          <a:p>
            <a:pPr latinLnBrk="0"/>
            <a:r>
              <a:rPr lang="en-US" sz="1600" dirty="0">
                <a:latin typeface="Bookman Old Style" pitchFamily="18" charset="0"/>
              </a:rPr>
              <a:t>class </a:t>
            </a:r>
            <a:r>
              <a:rPr lang="en-US" sz="1600" dirty="0" err="1">
                <a:latin typeface="Bookman Old Style" pitchFamily="18" charset="0"/>
              </a:rPr>
              <a:t>TestBalance</a:t>
            </a:r>
            <a:r>
              <a:rPr lang="en-US" sz="1600" dirty="0">
                <a:latin typeface="Bookman Old Style" pitchFamily="18" charset="0"/>
              </a:rPr>
              <a:t> {</a:t>
            </a:r>
          </a:p>
          <a:p>
            <a:pPr latinLnBrk="0"/>
            <a:r>
              <a:rPr lang="fi-FI" sz="1600" dirty="0" err="1">
                <a:latin typeface="Bookman Old Style" pitchFamily="18" charset="0"/>
              </a:rPr>
              <a:t>public</a:t>
            </a:r>
            <a:r>
              <a:rPr lang="fi-FI" sz="1600" dirty="0">
                <a:latin typeface="Bookman Old Style" pitchFamily="18" charset="0"/>
              </a:rPr>
              <a:t> </a:t>
            </a:r>
            <a:r>
              <a:rPr lang="fi-FI" sz="1600" dirty="0" err="1">
                <a:latin typeface="Bookman Old Style" pitchFamily="18" charset="0"/>
              </a:rPr>
              <a:t>static</a:t>
            </a:r>
            <a:r>
              <a:rPr lang="fi-FI" sz="1600" dirty="0">
                <a:latin typeface="Bookman Old Style" pitchFamily="18" charset="0"/>
              </a:rPr>
              <a:t> </a:t>
            </a:r>
            <a:r>
              <a:rPr lang="fi-FI" sz="1600" dirty="0" err="1">
                <a:latin typeface="Bookman Old Style" pitchFamily="18" charset="0"/>
              </a:rPr>
              <a:t>void</a:t>
            </a:r>
            <a:r>
              <a:rPr lang="fi-FI" sz="1600" dirty="0">
                <a:latin typeface="Bookman Old Style" pitchFamily="18" charset="0"/>
              </a:rPr>
              <a:t> </a:t>
            </a:r>
            <a:r>
              <a:rPr lang="fi-FI" sz="1600" dirty="0" err="1">
                <a:latin typeface="Bookman Old Style" pitchFamily="18" charset="0"/>
              </a:rPr>
              <a:t>main(String</a:t>
            </a:r>
            <a:r>
              <a:rPr lang="fi-FI" sz="1600" dirty="0">
                <a:latin typeface="Bookman Old Style" pitchFamily="18" charset="0"/>
              </a:rPr>
              <a:t> </a:t>
            </a:r>
            <a:r>
              <a:rPr lang="fi-FI" sz="1600" dirty="0" err="1">
                <a:latin typeface="Bookman Old Style" pitchFamily="18" charset="0"/>
              </a:rPr>
              <a:t>args</a:t>
            </a:r>
            <a:r>
              <a:rPr lang="fi-FI" sz="1600" dirty="0">
                <a:latin typeface="Bookman Old Style" pitchFamily="18" charset="0"/>
              </a:rPr>
              <a:t>[]) {</a:t>
            </a:r>
          </a:p>
          <a:p>
            <a:pPr latinLnBrk="0"/>
            <a:r>
              <a:rPr lang="en-US" sz="1600" dirty="0">
                <a:latin typeface="Bookman Old Style" pitchFamily="18" charset="0"/>
              </a:rPr>
              <a:t>/* Because Balance is public, you may use Balance class and call its constructor. */</a:t>
            </a:r>
          </a:p>
          <a:p>
            <a:pPr latinLnBrk="0"/>
            <a:r>
              <a:rPr lang="en-US" sz="1600" dirty="0">
                <a:latin typeface="Bookman Old Style" pitchFamily="18" charset="0"/>
              </a:rPr>
              <a:t>Balance test = new Balance("J. J. Jaspers", 99.88);</a:t>
            </a:r>
          </a:p>
          <a:p>
            <a:pPr latinLnBrk="0"/>
            <a:r>
              <a:rPr lang="en-US" sz="1600" dirty="0" err="1">
                <a:latin typeface="Bookman Old Style" pitchFamily="18" charset="0"/>
              </a:rPr>
              <a:t>test.</a:t>
            </a:r>
            <a:r>
              <a:rPr lang="en-US" sz="1600" b="1" dirty="0" err="1">
                <a:latin typeface="Bookman Old Style" pitchFamily="18" charset="0"/>
              </a:rPr>
              <a:t>show</a:t>
            </a:r>
            <a:r>
              <a:rPr lang="en-US" sz="1600" dirty="0">
                <a:latin typeface="Bookman Old Style" pitchFamily="18" charset="0"/>
              </a:rPr>
              <a:t>();}</a:t>
            </a:r>
          </a:p>
          <a:p>
            <a:pPr latinLnBrk="0"/>
            <a:r>
              <a:rPr lang="en-US" sz="1600" dirty="0">
                <a:latin typeface="Bookman Old Style" pitchFamily="18" charset="0"/>
              </a:rPr>
              <a:t>}</a:t>
            </a:r>
          </a:p>
        </p:txBody>
      </p:sp>
      <p:sp>
        <p:nvSpPr>
          <p:cNvPr id="5" name="Rectangle 4"/>
          <p:cNvSpPr/>
          <p:nvPr/>
        </p:nvSpPr>
        <p:spPr>
          <a:xfrm>
            <a:off x="0" y="0"/>
            <a:ext cx="9144000" cy="164637"/>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0" y="6720747"/>
            <a:ext cx="9144000" cy="164637"/>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036174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pitchFamily="34" charset="0"/>
                <a:cs typeface="Arial" pitchFamily="34" charset="0"/>
              </a:rPr>
              <a:t>Access Modifiers</a:t>
            </a:r>
          </a:p>
        </p:txBody>
      </p:sp>
      <p:sp>
        <p:nvSpPr>
          <p:cNvPr id="3" name="Content Placeholder 2"/>
          <p:cNvSpPr>
            <a:spLocks noGrp="1"/>
          </p:cNvSpPr>
          <p:nvPr>
            <p:ph idx="1"/>
          </p:nvPr>
        </p:nvSpPr>
        <p:spPr>
          <a:xfrm>
            <a:off x="251520" y="1600201"/>
            <a:ext cx="8568952" cy="4525433"/>
          </a:xfrm>
        </p:spPr>
        <p:txBody>
          <a:bodyPr/>
          <a:lstStyle/>
          <a:p>
            <a:pPr>
              <a:lnSpc>
                <a:spcPct val="150000"/>
              </a:lnSpc>
            </a:pPr>
            <a:r>
              <a:rPr lang="en-US" dirty="0"/>
              <a:t>Modifiers control access to data fields, methods, and classes</a:t>
            </a:r>
          </a:p>
          <a:p>
            <a:pPr>
              <a:lnSpc>
                <a:spcPct val="150000"/>
              </a:lnSpc>
            </a:pPr>
            <a:r>
              <a:rPr lang="en-US" dirty="0"/>
              <a:t>There are four types:</a:t>
            </a:r>
          </a:p>
          <a:p>
            <a:pPr lvl="1">
              <a:lnSpc>
                <a:spcPct val="150000"/>
              </a:lnSpc>
            </a:pPr>
            <a:r>
              <a:rPr lang="en-US" dirty="0"/>
              <a:t>Default</a:t>
            </a:r>
          </a:p>
          <a:p>
            <a:pPr lvl="1">
              <a:lnSpc>
                <a:spcPct val="150000"/>
              </a:lnSpc>
            </a:pPr>
            <a:r>
              <a:rPr lang="en-US" dirty="0"/>
              <a:t>Private</a:t>
            </a:r>
          </a:p>
          <a:p>
            <a:pPr lvl="1">
              <a:lnSpc>
                <a:spcPct val="150000"/>
              </a:lnSpc>
            </a:pPr>
            <a:r>
              <a:rPr lang="en-US" dirty="0"/>
              <a:t>Protected</a:t>
            </a:r>
          </a:p>
          <a:p>
            <a:pPr lvl="1">
              <a:lnSpc>
                <a:spcPct val="150000"/>
              </a:lnSpc>
            </a:pPr>
            <a:r>
              <a:rPr lang="en-US" dirty="0"/>
              <a:t>Public</a:t>
            </a:r>
          </a:p>
          <a:p>
            <a:endParaRPr lang="en-US" dirty="0"/>
          </a:p>
          <a:p>
            <a:endParaRPr lang="en-US" dirty="0"/>
          </a:p>
        </p:txBody>
      </p:sp>
      <p:sp>
        <p:nvSpPr>
          <p:cNvPr id="4" name="Rectangle 3"/>
          <p:cNvSpPr/>
          <p:nvPr/>
        </p:nvSpPr>
        <p:spPr>
          <a:xfrm>
            <a:off x="0" y="0"/>
            <a:ext cx="9144000" cy="164637"/>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0" y="6720747"/>
            <a:ext cx="9144000" cy="164637"/>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Image result for access modifiers jav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53856" y="2370584"/>
            <a:ext cx="4010025" cy="32766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552347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Access Modifiers</a:t>
            </a:r>
          </a:p>
        </p:txBody>
      </p:sp>
      <p:sp>
        <p:nvSpPr>
          <p:cNvPr id="3" name="Content Placeholder 2"/>
          <p:cNvSpPr>
            <a:spLocks noGrp="1"/>
          </p:cNvSpPr>
          <p:nvPr>
            <p:ph idx="1"/>
          </p:nvPr>
        </p:nvSpPr>
        <p:spPr>
          <a:xfrm>
            <a:off x="323528" y="1484784"/>
            <a:ext cx="8229600" cy="5069159"/>
          </a:xfrm>
        </p:spPr>
        <p:txBody>
          <a:bodyPr>
            <a:normAutofit fontScale="92500" lnSpcReduction="10000"/>
          </a:bodyPr>
          <a:lstStyle/>
          <a:p>
            <a:r>
              <a:rPr lang="en-US" dirty="0"/>
              <a:t>Default</a:t>
            </a:r>
          </a:p>
          <a:p>
            <a:pPr lvl="1"/>
            <a:r>
              <a:rPr lang="en-US" dirty="0"/>
              <a:t>Used to define access when no other modifier is specified for the class or function</a:t>
            </a:r>
          </a:p>
          <a:p>
            <a:pPr lvl="1"/>
            <a:r>
              <a:rPr lang="en-US" dirty="0"/>
              <a:t>With this modifier, they are accessible only within the same package</a:t>
            </a:r>
          </a:p>
          <a:p>
            <a:r>
              <a:rPr lang="en-US" dirty="0"/>
              <a:t>Private (Keyword ‘</a:t>
            </a:r>
            <a:r>
              <a:rPr lang="en-US" dirty="0">
                <a:solidFill>
                  <a:srgbClr val="FF0000"/>
                </a:solidFill>
              </a:rPr>
              <a:t>private</a:t>
            </a:r>
            <a:r>
              <a:rPr lang="en-US" dirty="0"/>
              <a:t>’)</a:t>
            </a:r>
          </a:p>
          <a:p>
            <a:pPr lvl="1"/>
            <a:r>
              <a:rPr lang="en-US" dirty="0"/>
              <a:t>Used to define access to a </a:t>
            </a:r>
            <a:r>
              <a:rPr lang="en-US" dirty="0">
                <a:solidFill>
                  <a:srgbClr val="0000CC"/>
                </a:solidFill>
              </a:rPr>
              <a:t>Java </a:t>
            </a:r>
            <a:r>
              <a:rPr lang="en-US" dirty="0" err="1">
                <a:solidFill>
                  <a:srgbClr val="0000CC"/>
                </a:solidFill>
              </a:rPr>
              <a:t>datatypes</a:t>
            </a:r>
            <a:r>
              <a:rPr lang="en-US" dirty="0">
                <a:solidFill>
                  <a:srgbClr val="0000CC"/>
                </a:solidFill>
              </a:rPr>
              <a:t> or method</a:t>
            </a:r>
            <a:endParaRPr lang="en-US" dirty="0"/>
          </a:p>
          <a:p>
            <a:pPr lvl="1"/>
            <a:r>
              <a:rPr lang="en-US" dirty="0"/>
              <a:t>Only accessible in the same class, i.e. any other class of the same package won’t be able to access it.</a:t>
            </a:r>
          </a:p>
          <a:p>
            <a:pPr lvl="1"/>
            <a:r>
              <a:rPr lang="en-US" dirty="0"/>
              <a:t>Classes cannot be defined with this access type.</a:t>
            </a:r>
          </a:p>
          <a:p>
            <a:r>
              <a:rPr lang="en-US" dirty="0"/>
              <a:t>Protected (Keyword ‘</a:t>
            </a:r>
            <a:r>
              <a:rPr lang="en-US" dirty="0">
                <a:solidFill>
                  <a:srgbClr val="FF0000"/>
                </a:solidFill>
              </a:rPr>
              <a:t>protected</a:t>
            </a:r>
            <a:r>
              <a:rPr lang="en-US" dirty="0"/>
              <a:t>’)</a:t>
            </a:r>
          </a:p>
          <a:p>
            <a:pPr lvl="1"/>
            <a:r>
              <a:rPr lang="en-US" dirty="0"/>
              <a:t>Can be accessed within the same package or subclass of a different package</a:t>
            </a:r>
          </a:p>
          <a:p>
            <a:r>
              <a:rPr lang="en-US" dirty="0"/>
              <a:t>Public (Keyword ‘</a:t>
            </a:r>
            <a:r>
              <a:rPr lang="en-US" dirty="0">
                <a:solidFill>
                  <a:srgbClr val="FF0000"/>
                </a:solidFill>
              </a:rPr>
              <a:t>public</a:t>
            </a:r>
            <a:r>
              <a:rPr lang="en-US" dirty="0"/>
              <a:t>’)</a:t>
            </a:r>
          </a:p>
          <a:p>
            <a:pPr lvl="1"/>
            <a:r>
              <a:rPr lang="en-US" dirty="0"/>
              <a:t>There is no restriction, i.e. Java </a:t>
            </a:r>
            <a:r>
              <a:rPr lang="en-US" dirty="0" err="1"/>
              <a:t>datatypes</a:t>
            </a:r>
            <a:r>
              <a:rPr lang="en-US" dirty="0"/>
              <a:t> or methods can be accessed from anywhere in the program</a:t>
            </a:r>
          </a:p>
          <a:p>
            <a:endParaRPr lang="en-US" dirty="0"/>
          </a:p>
        </p:txBody>
      </p:sp>
    </p:spTree>
    <p:extLst>
      <p:ext uri="{BB962C8B-B14F-4D97-AF65-F5344CB8AC3E}">
        <p14:creationId xmlns:p14="http://schemas.microsoft.com/office/powerpoint/2010/main" val="13253730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8474" y="261296"/>
            <a:ext cx="7556313" cy="1116106"/>
          </a:xfrm>
        </p:spPr>
        <p:txBody>
          <a:bodyPr/>
          <a:lstStyle/>
          <a:p>
            <a:r>
              <a:rPr lang="en-US" dirty="0"/>
              <a:t>Access Protection Rules</a:t>
            </a:r>
          </a:p>
        </p:txBody>
      </p:sp>
      <p:sp>
        <p:nvSpPr>
          <p:cNvPr id="3" name="Content Placeholder 2"/>
          <p:cNvSpPr>
            <a:spLocks noGrp="1"/>
          </p:cNvSpPr>
          <p:nvPr>
            <p:ph idx="1"/>
          </p:nvPr>
        </p:nvSpPr>
        <p:spPr/>
        <p:txBody>
          <a:bodyPr/>
          <a:lstStyle/>
          <a:p>
            <a:endParaRPr lang="en-US"/>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5804" y="1521224"/>
            <a:ext cx="7401084" cy="42425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261809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Access Protection Rules</a:t>
            </a:r>
          </a:p>
        </p:txBody>
      </p:sp>
      <p:sp>
        <p:nvSpPr>
          <p:cNvPr id="3" name="Content Placeholder 2"/>
          <p:cNvSpPr>
            <a:spLocks noGrp="1"/>
          </p:cNvSpPr>
          <p:nvPr>
            <p:ph idx="1"/>
          </p:nvPr>
        </p:nvSpPr>
        <p:spPr/>
        <p:txBody>
          <a:bodyPr/>
          <a:lstStyle/>
          <a:p>
            <a:endParaRPr lang="en-US"/>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600" y="1484784"/>
            <a:ext cx="7092788" cy="13681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536" y="3429000"/>
            <a:ext cx="8287466" cy="29407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971600" y="1484784"/>
            <a:ext cx="4680520" cy="1296144"/>
          </a:xfrm>
          <a:prstGeom prst="rect">
            <a:avLst/>
          </a:prstGeom>
          <a:noFill/>
          <a:ln>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368642" y="3298431"/>
            <a:ext cx="5472608" cy="3240360"/>
          </a:xfrm>
          <a:prstGeom prst="rect">
            <a:avLst/>
          </a:prstGeom>
          <a:noFill/>
          <a:ln>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872485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5590"/>
            <a:ext cx="8229600" cy="1143000"/>
          </a:xfrm>
        </p:spPr>
        <p:txBody>
          <a:bodyPr/>
          <a:lstStyle/>
          <a:p>
            <a:endParaRPr lang="en-US"/>
          </a:p>
        </p:txBody>
      </p:sp>
      <p:sp>
        <p:nvSpPr>
          <p:cNvPr id="3" name="Content Placeholder 2"/>
          <p:cNvSpPr>
            <a:spLocks noGrp="1"/>
          </p:cNvSpPr>
          <p:nvPr>
            <p:ph idx="1"/>
          </p:nvPr>
        </p:nvSpPr>
        <p:spPr/>
        <p:txBody>
          <a:bodyPr/>
          <a:lstStyle/>
          <a:p>
            <a:endParaRPr lang="en-US"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1" y="591071"/>
            <a:ext cx="8734987" cy="2952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323529" y="3646765"/>
            <a:ext cx="4032448" cy="646331"/>
          </a:xfrm>
          <a:prstGeom prst="rect">
            <a:avLst/>
          </a:prstGeom>
          <a:noFill/>
        </p:spPr>
        <p:txBody>
          <a:bodyPr wrap="square" rtlCol="0">
            <a:spAutoFit/>
          </a:bodyPr>
          <a:lstStyle/>
          <a:p>
            <a:pPr latinLnBrk="0"/>
            <a:r>
              <a:rPr lang="en-US">
                <a:latin typeface="Bookman Old Style" pitchFamily="18" charset="0"/>
              </a:rPr>
              <a:t>This is okay because object </a:t>
            </a:r>
            <a:r>
              <a:rPr lang="en-US" b="1">
                <a:latin typeface="Bookman Old Style" pitchFamily="18" charset="0"/>
              </a:rPr>
              <a:t>c </a:t>
            </a:r>
            <a:r>
              <a:rPr lang="en-US">
                <a:latin typeface="Bookman Old Style" pitchFamily="18" charset="0"/>
              </a:rPr>
              <a:t>is used inside the class </a:t>
            </a:r>
            <a:r>
              <a:rPr lang="en-US" b="1">
                <a:latin typeface="Bookman Old Style" pitchFamily="18" charset="0"/>
              </a:rPr>
              <a:t>C</a:t>
            </a:r>
            <a:r>
              <a:rPr lang="en-US">
                <a:latin typeface="Bookman Old Style" pitchFamily="18" charset="0"/>
              </a:rPr>
              <a:t>.</a:t>
            </a:r>
            <a:endParaRPr lang="en-US" dirty="0">
              <a:latin typeface="Bookman Old Style" pitchFamily="18" charset="0"/>
            </a:endParaRPr>
          </a:p>
        </p:txBody>
      </p:sp>
      <p:sp>
        <p:nvSpPr>
          <p:cNvPr id="5" name="Rectangle 4"/>
          <p:cNvSpPr/>
          <p:nvPr/>
        </p:nvSpPr>
        <p:spPr>
          <a:xfrm>
            <a:off x="4716016" y="3646765"/>
            <a:ext cx="4032448" cy="646331"/>
          </a:xfrm>
          <a:prstGeom prst="rect">
            <a:avLst/>
          </a:prstGeom>
        </p:spPr>
        <p:txBody>
          <a:bodyPr wrap="square">
            <a:spAutoFit/>
          </a:bodyPr>
          <a:lstStyle/>
          <a:p>
            <a:pPr algn="just" latinLnBrk="0"/>
            <a:r>
              <a:rPr lang="en-US" dirty="0">
                <a:latin typeface="Bookman Old Style" pitchFamily="18" charset="0"/>
              </a:rPr>
              <a:t>This is wrong because </a:t>
            </a:r>
            <a:r>
              <a:rPr lang="en-US" b="1" dirty="0">
                <a:latin typeface="Bookman Old Style" pitchFamily="18" charset="0"/>
              </a:rPr>
              <a:t>x </a:t>
            </a:r>
            <a:r>
              <a:rPr lang="en-US" dirty="0">
                <a:latin typeface="Bookman Old Style" pitchFamily="18" charset="0"/>
              </a:rPr>
              <a:t>and </a:t>
            </a:r>
            <a:r>
              <a:rPr lang="en-US" b="1" dirty="0">
                <a:latin typeface="Bookman Old Style" pitchFamily="18" charset="0"/>
              </a:rPr>
              <a:t>convert </a:t>
            </a:r>
            <a:r>
              <a:rPr lang="en-US" dirty="0">
                <a:latin typeface="Bookman Old Style" pitchFamily="18" charset="0"/>
              </a:rPr>
              <a:t>are private in class </a:t>
            </a:r>
            <a:r>
              <a:rPr lang="en-US" b="1" dirty="0">
                <a:latin typeface="Bookman Old Style" pitchFamily="18" charset="0"/>
              </a:rPr>
              <a:t>C</a:t>
            </a:r>
            <a:r>
              <a:rPr lang="en-US" dirty="0">
                <a:latin typeface="Bookman Old Style" pitchFamily="18" charset="0"/>
              </a:rPr>
              <a:t>.</a:t>
            </a:r>
          </a:p>
        </p:txBody>
      </p:sp>
    </p:spTree>
    <p:extLst>
      <p:ext uri="{BB962C8B-B14F-4D97-AF65-F5344CB8AC3E}">
        <p14:creationId xmlns:p14="http://schemas.microsoft.com/office/powerpoint/2010/main" val="18824622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07504" y="1448195"/>
            <a:ext cx="4572000" cy="3416320"/>
          </a:xfrm>
          <a:prstGeom prst="rect">
            <a:avLst/>
          </a:prstGeom>
        </p:spPr>
        <p:txBody>
          <a:bodyPr>
            <a:spAutoFit/>
          </a:bodyPr>
          <a:lstStyle/>
          <a:p>
            <a:r>
              <a:rPr lang="en-US" dirty="0">
                <a:latin typeface="Bookman Old Style" pitchFamily="18" charset="0"/>
              </a:rPr>
              <a:t>class Test {</a:t>
            </a:r>
          </a:p>
          <a:p>
            <a:r>
              <a:rPr lang="en-US" dirty="0" err="1">
                <a:latin typeface="Bookman Old Style" pitchFamily="18" charset="0"/>
              </a:rPr>
              <a:t>int</a:t>
            </a:r>
            <a:r>
              <a:rPr lang="en-US" dirty="0">
                <a:latin typeface="Bookman Old Style" pitchFamily="18" charset="0"/>
              </a:rPr>
              <a:t> a; </a:t>
            </a:r>
            <a:r>
              <a:rPr lang="en-US" dirty="0">
                <a:solidFill>
                  <a:srgbClr val="0000CC"/>
                </a:solidFill>
                <a:latin typeface="Bookman Old Style" pitchFamily="18" charset="0"/>
              </a:rPr>
              <a:t>// default access</a:t>
            </a:r>
          </a:p>
          <a:p>
            <a:r>
              <a:rPr lang="en-US" dirty="0">
                <a:latin typeface="Bookman Old Style" pitchFamily="18" charset="0"/>
              </a:rPr>
              <a:t>public </a:t>
            </a:r>
            <a:r>
              <a:rPr lang="en-US" dirty="0" err="1">
                <a:latin typeface="Bookman Old Style" pitchFamily="18" charset="0"/>
              </a:rPr>
              <a:t>int</a:t>
            </a:r>
            <a:r>
              <a:rPr lang="en-US" dirty="0">
                <a:latin typeface="Bookman Old Style" pitchFamily="18" charset="0"/>
              </a:rPr>
              <a:t> b</a:t>
            </a:r>
            <a:r>
              <a:rPr lang="en-US" dirty="0">
                <a:solidFill>
                  <a:srgbClr val="0000CC"/>
                </a:solidFill>
                <a:latin typeface="Bookman Old Style" pitchFamily="18" charset="0"/>
              </a:rPr>
              <a:t>; // public access</a:t>
            </a:r>
          </a:p>
          <a:p>
            <a:r>
              <a:rPr lang="en-US" dirty="0">
                <a:latin typeface="Bookman Old Style" pitchFamily="18" charset="0"/>
              </a:rPr>
              <a:t>private </a:t>
            </a:r>
            <a:r>
              <a:rPr lang="en-US" dirty="0" err="1">
                <a:latin typeface="Bookman Old Style" pitchFamily="18" charset="0"/>
              </a:rPr>
              <a:t>int</a:t>
            </a:r>
            <a:r>
              <a:rPr lang="en-US" dirty="0">
                <a:latin typeface="Bookman Old Style" pitchFamily="18" charset="0"/>
              </a:rPr>
              <a:t> c; </a:t>
            </a:r>
            <a:r>
              <a:rPr lang="en-US" dirty="0">
                <a:solidFill>
                  <a:srgbClr val="0000CC"/>
                </a:solidFill>
                <a:latin typeface="Bookman Old Style" pitchFamily="18" charset="0"/>
              </a:rPr>
              <a:t>// private access</a:t>
            </a:r>
          </a:p>
          <a:p>
            <a:r>
              <a:rPr lang="en-US" dirty="0">
                <a:latin typeface="Bookman Old Style" pitchFamily="18" charset="0"/>
              </a:rPr>
              <a:t>// methods to access c</a:t>
            </a:r>
          </a:p>
          <a:p>
            <a:r>
              <a:rPr lang="en-US" dirty="0">
                <a:latin typeface="Bookman Old Style" pitchFamily="18" charset="0"/>
              </a:rPr>
              <a:t>void </a:t>
            </a:r>
            <a:r>
              <a:rPr lang="en-US" dirty="0" err="1">
                <a:latin typeface="Bookman Old Style" pitchFamily="18" charset="0"/>
              </a:rPr>
              <a:t>setc</a:t>
            </a:r>
            <a:r>
              <a:rPr lang="en-US" dirty="0">
                <a:latin typeface="Bookman Old Style" pitchFamily="18" charset="0"/>
              </a:rPr>
              <a:t>(</a:t>
            </a:r>
            <a:r>
              <a:rPr lang="en-US" dirty="0" err="1">
                <a:latin typeface="Bookman Old Style" pitchFamily="18" charset="0"/>
              </a:rPr>
              <a:t>int</a:t>
            </a:r>
            <a:r>
              <a:rPr lang="en-US" dirty="0">
                <a:latin typeface="Bookman Old Style" pitchFamily="18" charset="0"/>
              </a:rPr>
              <a:t> i) { </a:t>
            </a:r>
            <a:r>
              <a:rPr lang="en-US" dirty="0">
                <a:solidFill>
                  <a:srgbClr val="0000CC"/>
                </a:solidFill>
                <a:latin typeface="Bookman Old Style" pitchFamily="18" charset="0"/>
              </a:rPr>
              <a:t>// set c's value</a:t>
            </a:r>
          </a:p>
          <a:p>
            <a:r>
              <a:rPr lang="en-US" dirty="0">
                <a:latin typeface="Bookman Old Style" pitchFamily="18" charset="0"/>
              </a:rPr>
              <a:t>c = i;</a:t>
            </a:r>
          </a:p>
          <a:p>
            <a:r>
              <a:rPr lang="en-US" dirty="0">
                <a:latin typeface="Bookman Old Style" pitchFamily="18" charset="0"/>
              </a:rPr>
              <a:t>}</a:t>
            </a:r>
          </a:p>
          <a:p>
            <a:r>
              <a:rPr lang="en-US" dirty="0" err="1">
                <a:latin typeface="Bookman Old Style" pitchFamily="18" charset="0"/>
              </a:rPr>
              <a:t>int</a:t>
            </a:r>
            <a:r>
              <a:rPr lang="en-US" dirty="0">
                <a:latin typeface="Bookman Old Style" pitchFamily="18" charset="0"/>
              </a:rPr>
              <a:t> </a:t>
            </a:r>
            <a:r>
              <a:rPr lang="en-US" dirty="0" err="1">
                <a:latin typeface="Bookman Old Style" pitchFamily="18" charset="0"/>
              </a:rPr>
              <a:t>getc</a:t>
            </a:r>
            <a:r>
              <a:rPr lang="en-US" dirty="0">
                <a:latin typeface="Bookman Old Style" pitchFamily="18" charset="0"/>
              </a:rPr>
              <a:t>() { </a:t>
            </a:r>
            <a:r>
              <a:rPr lang="en-US" dirty="0">
                <a:solidFill>
                  <a:srgbClr val="0000CC"/>
                </a:solidFill>
                <a:latin typeface="Bookman Old Style" pitchFamily="18" charset="0"/>
              </a:rPr>
              <a:t>// get c's value</a:t>
            </a:r>
          </a:p>
          <a:p>
            <a:r>
              <a:rPr lang="en-US" dirty="0">
                <a:latin typeface="Bookman Old Style" pitchFamily="18" charset="0"/>
              </a:rPr>
              <a:t>return c;</a:t>
            </a:r>
          </a:p>
          <a:p>
            <a:r>
              <a:rPr lang="en-US" dirty="0">
                <a:latin typeface="Bookman Old Style" pitchFamily="18" charset="0"/>
              </a:rPr>
              <a:t>}</a:t>
            </a:r>
          </a:p>
          <a:p>
            <a:r>
              <a:rPr lang="en-US" dirty="0">
                <a:latin typeface="Bookman Old Style" pitchFamily="18" charset="0"/>
              </a:rPr>
              <a:t>}</a:t>
            </a:r>
          </a:p>
        </p:txBody>
      </p:sp>
      <p:sp>
        <p:nvSpPr>
          <p:cNvPr id="5" name="Rectangle 4"/>
          <p:cNvSpPr/>
          <p:nvPr/>
        </p:nvSpPr>
        <p:spPr>
          <a:xfrm>
            <a:off x="4248472" y="1391865"/>
            <a:ext cx="4788024" cy="3693319"/>
          </a:xfrm>
          <a:prstGeom prst="rect">
            <a:avLst/>
          </a:prstGeom>
        </p:spPr>
        <p:txBody>
          <a:bodyPr wrap="square">
            <a:spAutoFit/>
          </a:bodyPr>
          <a:lstStyle/>
          <a:p>
            <a:pPr algn="just" latinLnBrk="0"/>
            <a:r>
              <a:rPr lang="en-US" dirty="0">
                <a:latin typeface="Bookman Old Style" pitchFamily="18" charset="0"/>
              </a:rPr>
              <a:t>class </a:t>
            </a:r>
            <a:r>
              <a:rPr lang="en-US" dirty="0" err="1">
                <a:latin typeface="Bookman Old Style" pitchFamily="18" charset="0"/>
              </a:rPr>
              <a:t>AccessTest</a:t>
            </a:r>
            <a:r>
              <a:rPr lang="en-US" dirty="0">
                <a:latin typeface="Bookman Old Style" pitchFamily="18" charset="0"/>
              </a:rPr>
              <a:t> {</a:t>
            </a:r>
          </a:p>
          <a:p>
            <a:pPr algn="just" latinLnBrk="0"/>
            <a:r>
              <a:rPr lang="en-US" dirty="0">
                <a:latin typeface="Bookman Old Style" pitchFamily="18" charset="0"/>
              </a:rPr>
              <a:t>public static void main(String </a:t>
            </a:r>
            <a:r>
              <a:rPr lang="en-US" dirty="0" err="1">
                <a:latin typeface="Bookman Old Style" pitchFamily="18" charset="0"/>
              </a:rPr>
              <a:t>args</a:t>
            </a:r>
            <a:r>
              <a:rPr lang="en-US" dirty="0">
                <a:latin typeface="Bookman Old Style" pitchFamily="18" charset="0"/>
              </a:rPr>
              <a:t>[]) {</a:t>
            </a:r>
          </a:p>
          <a:p>
            <a:pPr algn="just" latinLnBrk="0"/>
            <a:r>
              <a:rPr lang="en-US" dirty="0">
                <a:latin typeface="Bookman Old Style" pitchFamily="18" charset="0"/>
              </a:rPr>
              <a:t>Test </a:t>
            </a:r>
            <a:r>
              <a:rPr lang="en-US" dirty="0" err="1">
                <a:latin typeface="Bookman Old Style" pitchFamily="18" charset="0"/>
              </a:rPr>
              <a:t>ob</a:t>
            </a:r>
            <a:r>
              <a:rPr lang="en-US" dirty="0">
                <a:latin typeface="Bookman Old Style" pitchFamily="18" charset="0"/>
              </a:rPr>
              <a:t> = new Test();</a:t>
            </a:r>
          </a:p>
          <a:p>
            <a:pPr algn="just" latinLnBrk="0"/>
            <a:r>
              <a:rPr lang="en-US" dirty="0" err="1">
                <a:latin typeface="Bookman Old Style" pitchFamily="18" charset="0"/>
              </a:rPr>
              <a:t>ob.a</a:t>
            </a:r>
            <a:r>
              <a:rPr lang="en-US" dirty="0">
                <a:latin typeface="Bookman Old Style" pitchFamily="18" charset="0"/>
              </a:rPr>
              <a:t> = 10;</a:t>
            </a:r>
          </a:p>
          <a:p>
            <a:pPr algn="just" latinLnBrk="0"/>
            <a:r>
              <a:rPr lang="en-US" dirty="0" err="1">
                <a:latin typeface="Bookman Old Style" pitchFamily="18" charset="0"/>
              </a:rPr>
              <a:t>ob.b</a:t>
            </a:r>
            <a:r>
              <a:rPr lang="en-US" dirty="0">
                <a:latin typeface="Bookman Old Style" pitchFamily="18" charset="0"/>
              </a:rPr>
              <a:t> = 20;</a:t>
            </a:r>
          </a:p>
          <a:p>
            <a:pPr algn="just" latinLnBrk="0"/>
            <a:r>
              <a:rPr lang="en-US" dirty="0">
                <a:latin typeface="Bookman Old Style" pitchFamily="18" charset="0"/>
              </a:rPr>
              <a:t>// </a:t>
            </a:r>
            <a:r>
              <a:rPr lang="en-US" dirty="0" err="1">
                <a:latin typeface="Bookman Old Style" pitchFamily="18" charset="0"/>
              </a:rPr>
              <a:t>ob.c</a:t>
            </a:r>
            <a:r>
              <a:rPr lang="en-US" dirty="0">
                <a:latin typeface="Bookman Old Style" pitchFamily="18" charset="0"/>
              </a:rPr>
              <a:t> = 100; </a:t>
            </a:r>
            <a:r>
              <a:rPr lang="en-US" dirty="0">
                <a:solidFill>
                  <a:srgbClr val="FF0000"/>
                </a:solidFill>
                <a:latin typeface="Bookman Old Style" pitchFamily="18" charset="0"/>
              </a:rPr>
              <a:t>// Error! Private Data</a:t>
            </a:r>
          </a:p>
          <a:p>
            <a:pPr algn="just" latinLnBrk="0"/>
            <a:r>
              <a:rPr lang="en-US" dirty="0">
                <a:solidFill>
                  <a:srgbClr val="0000CC"/>
                </a:solidFill>
                <a:latin typeface="Bookman Old Style" pitchFamily="18" charset="0"/>
              </a:rPr>
              <a:t>// You must access c through its methods</a:t>
            </a:r>
          </a:p>
          <a:p>
            <a:pPr algn="just" latinLnBrk="0"/>
            <a:r>
              <a:rPr lang="en-US" dirty="0" err="1">
                <a:latin typeface="Bookman Old Style" pitchFamily="18" charset="0"/>
              </a:rPr>
              <a:t>ob.setc</a:t>
            </a:r>
            <a:r>
              <a:rPr lang="en-US" dirty="0">
                <a:latin typeface="Bookman Old Style" pitchFamily="18" charset="0"/>
              </a:rPr>
              <a:t>(100); </a:t>
            </a:r>
            <a:r>
              <a:rPr lang="en-US" dirty="0">
                <a:solidFill>
                  <a:srgbClr val="FF0000"/>
                </a:solidFill>
                <a:latin typeface="Bookman Old Style" pitchFamily="18" charset="0"/>
              </a:rPr>
              <a:t>// OK</a:t>
            </a:r>
          </a:p>
          <a:p>
            <a:pPr algn="just" latinLnBrk="0"/>
            <a:r>
              <a:rPr lang="en-US" dirty="0" err="1">
                <a:latin typeface="Bookman Old Style" pitchFamily="18" charset="0"/>
              </a:rPr>
              <a:t>System.out.println</a:t>
            </a:r>
            <a:r>
              <a:rPr lang="en-US" dirty="0">
                <a:latin typeface="Bookman Old Style" pitchFamily="18" charset="0"/>
              </a:rPr>
              <a:t>("a, b, and c: " + </a:t>
            </a:r>
            <a:r>
              <a:rPr lang="en-US" dirty="0" err="1">
                <a:latin typeface="Bookman Old Style" pitchFamily="18" charset="0"/>
              </a:rPr>
              <a:t>ob.a</a:t>
            </a:r>
            <a:r>
              <a:rPr lang="en-US" dirty="0">
                <a:latin typeface="Bookman Old Style" pitchFamily="18" charset="0"/>
              </a:rPr>
              <a:t> + " " + </a:t>
            </a:r>
            <a:r>
              <a:rPr lang="en-US" dirty="0" err="1">
                <a:latin typeface="Bookman Old Style" pitchFamily="18" charset="0"/>
              </a:rPr>
              <a:t>ob.b</a:t>
            </a:r>
            <a:r>
              <a:rPr lang="en-US" dirty="0">
                <a:latin typeface="Bookman Old Style" pitchFamily="18" charset="0"/>
              </a:rPr>
              <a:t> + " " + </a:t>
            </a:r>
            <a:r>
              <a:rPr lang="en-US" dirty="0" err="1">
                <a:latin typeface="Bookman Old Style" pitchFamily="18" charset="0"/>
              </a:rPr>
              <a:t>ob.getc</a:t>
            </a:r>
            <a:r>
              <a:rPr lang="en-US" dirty="0">
                <a:latin typeface="Bookman Old Style" pitchFamily="18" charset="0"/>
              </a:rPr>
              <a:t>());</a:t>
            </a:r>
          </a:p>
          <a:p>
            <a:pPr algn="just" latinLnBrk="0"/>
            <a:r>
              <a:rPr lang="en-US" dirty="0">
                <a:latin typeface="Bookman Old Style" pitchFamily="18" charset="0"/>
              </a:rPr>
              <a:t>}</a:t>
            </a:r>
          </a:p>
          <a:p>
            <a:pPr algn="just" latinLnBrk="0"/>
            <a:r>
              <a:rPr lang="en-US" dirty="0">
                <a:latin typeface="Bookman Old Style" pitchFamily="18" charset="0"/>
              </a:rPr>
              <a:t>}</a:t>
            </a:r>
          </a:p>
        </p:txBody>
      </p:sp>
      <p:sp>
        <p:nvSpPr>
          <p:cNvPr id="6" name="Title 1"/>
          <p:cNvSpPr txBox="1">
            <a:spLocks/>
          </p:cNvSpPr>
          <p:nvPr/>
        </p:nvSpPr>
        <p:spPr>
          <a:xfrm>
            <a:off x="0" y="9927"/>
            <a:ext cx="8964488" cy="1116106"/>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000" b="1" kern="1200">
                <a:solidFill>
                  <a:schemeClr val="tx1"/>
                </a:solidFill>
                <a:latin typeface="Arial" pitchFamily="34" charset="0"/>
                <a:ea typeface="+mj-ea"/>
                <a:cs typeface="Arial" pitchFamily="34" charset="0"/>
              </a:defRPr>
            </a:lvl1pPr>
          </a:lstStyle>
          <a:p>
            <a:pPr algn="l"/>
            <a:r>
              <a:rPr lang="en-US" sz="2000" dirty="0">
                <a:solidFill>
                  <a:srgbClr val="FF0000"/>
                </a:solidFill>
                <a:latin typeface="Bookman Old Style" pitchFamily="18" charset="0"/>
              </a:rPr>
              <a:t>Example 5.3. </a:t>
            </a:r>
            <a:r>
              <a:rPr lang="en-US" sz="2000" b="0" dirty="0">
                <a:latin typeface="Bookman Old Style" pitchFamily="18" charset="0"/>
              </a:rPr>
              <a:t>This program demonstrates the difference between</a:t>
            </a:r>
          </a:p>
          <a:p>
            <a:pPr algn="l"/>
            <a:r>
              <a:rPr lang="en-US" sz="2000" b="0" dirty="0">
                <a:latin typeface="Bookman Old Style" pitchFamily="18" charset="0"/>
              </a:rPr>
              <a:t>public and private</a:t>
            </a:r>
          </a:p>
        </p:txBody>
      </p:sp>
    </p:spTree>
    <p:extLst>
      <p:ext uri="{BB962C8B-B14F-4D97-AF65-F5344CB8AC3E}">
        <p14:creationId xmlns:p14="http://schemas.microsoft.com/office/powerpoint/2010/main" val="33175457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8095" y="161037"/>
            <a:ext cx="7556313" cy="1116106"/>
          </a:xfrm>
        </p:spPr>
        <p:txBody>
          <a:bodyPr/>
          <a:lstStyle/>
          <a:p>
            <a:r>
              <a:rPr lang="en-US" dirty="0"/>
              <a:t>Quiz on Access Protection</a:t>
            </a:r>
          </a:p>
        </p:txBody>
      </p:sp>
      <p:sp>
        <p:nvSpPr>
          <p:cNvPr id="6" name="Rectangle 5"/>
          <p:cNvSpPr/>
          <p:nvPr/>
        </p:nvSpPr>
        <p:spPr>
          <a:xfrm>
            <a:off x="4503387" y="2311516"/>
            <a:ext cx="4572000" cy="2554545"/>
          </a:xfrm>
          <a:prstGeom prst="rect">
            <a:avLst/>
          </a:prstGeom>
        </p:spPr>
        <p:style>
          <a:lnRef idx="2">
            <a:schemeClr val="accent1"/>
          </a:lnRef>
          <a:fillRef idx="1">
            <a:schemeClr val="lt1"/>
          </a:fillRef>
          <a:effectRef idx="0">
            <a:schemeClr val="accent1"/>
          </a:effectRef>
          <a:fontRef idx="minor">
            <a:schemeClr val="dk1"/>
          </a:fontRef>
        </p:style>
        <p:txBody>
          <a:bodyPr>
            <a:spAutoFit/>
          </a:bodyPr>
          <a:lstStyle/>
          <a:p>
            <a:r>
              <a:rPr lang="en-US" sz="1600" dirty="0">
                <a:latin typeface="Bookman Old Style" pitchFamily="18" charset="0"/>
              </a:rPr>
              <a:t>package </a:t>
            </a:r>
            <a:r>
              <a:rPr lang="en-US" sz="1600" b="1" dirty="0">
                <a:latin typeface="Bookman Old Style" pitchFamily="18" charset="0"/>
              </a:rPr>
              <a:t>p1</a:t>
            </a:r>
            <a:r>
              <a:rPr lang="en-US" sz="1600" dirty="0">
                <a:latin typeface="Bookman Old Style" pitchFamily="18" charset="0"/>
              </a:rPr>
              <a:t>;</a:t>
            </a:r>
          </a:p>
          <a:p>
            <a:r>
              <a:rPr lang="en-US" sz="1600" dirty="0">
                <a:latin typeface="Bookman Old Style" pitchFamily="18" charset="0"/>
              </a:rPr>
              <a:t>class Derived extends Protection {</a:t>
            </a:r>
          </a:p>
          <a:p>
            <a:r>
              <a:rPr lang="en-US" sz="1600" dirty="0">
                <a:latin typeface="Bookman Old Style" pitchFamily="18" charset="0"/>
              </a:rPr>
              <a:t>Derived() {</a:t>
            </a:r>
          </a:p>
          <a:p>
            <a:r>
              <a:rPr lang="en-US" sz="1600" dirty="0" err="1">
                <a:latin typeface="Bookman Old Style" pitchFamily="18" charset="0"/>
              </a:rPr>
              <a:t>System.out.println</a:t>
            </a:r>
            <a:r>
              <a:rPr lang="en-US" sz="1600" dirty="0">
                <a:latin typeface="Bookman Old Style" pitchFamily="18" charset="0"/>
              </a:rPr>
              <a:t>("derived constructor");</a:t>
            </a:r>
          </a:p>
          <a:p>
            <a:r>
              <a:rPr lang="en-US" sz="1600" dirty="0" err="1">
                <a:latin typeface="Bookman Old Style" pitchFamily="18" charset="0"/>
              </a:rPr>
              <a:t>System.out.println</a:t>
            </a:r>
            <a:r>
              <a:rPr lang="en-US" sz="1600" dirty="0">
                <a:latin typeface="Bookman Old Style" pitchFamily="18" charset="0"/>
              </a:rPr>
              <a:t>("n = " + n);</a:t>
            </a:r>
          </a:p>
          <a:p>
            <a:r>
              <a:rPr lang="en-US" sz="1600" dirty="0" err="1">
                <a:latin typeface="Bookman Old Style" pitchFamily="18" charset="0"/>
              </a:rPr>
              <a:t>System.out.println</a:t>
            </a:r>
            <a:r>
              <a:rPr lang="en-US" sz="1600" dirty="0">
                <a:latin typeface="Bookman Old Style" pitchFamily="18" charset="0"/>
              </a:rPr>
              <a:t>("</a:t>
            </a:r>
            <a:r>
              <a:rPr lang="en-US" sz="1600" dirty="0" err="1">
                <a:latin typeface="Bookman Old Style" pitchFamily="18" charset="0"/>
              </a:rPr>
              <a:t>n_pri</a:t>
            </a:r>
            <a:r>
              <a:rPr lang="en-US" sz="1600" dirty="0">
                <a:latin typeface="Bookman Old Style" pitchFamily="18" charset="0"/>
              </a:rPr>
              <a:t> = "4 + </a:t>
            </a:r>
            <a:r>
              <a:rPr lang="en-US" sz="1600" dirty="0" err="1">
                <a:latin typeface="Bookman Old Style" pitchFamily="18" charset="0"/>
              </a:rPr>
              <a:t>n_pri</a:t>
            </a:r>
            <a:r>
              <a:rPr lang="en-US" sz="1600" dirty="0">
                <a:latin typeface="Bookman Old Style" pitchFamily="18" charset="0"/>
              </a:rPr>
              <a:t>);</a:t>
            </a:r>
          </a:p>
          <a:p>
            <a:r>
              <a:rPr lang="en-US" sz="1600" dirty="0" err="1">
                <a:latin typeface="Bookman Old Style" pitchFamily="18" charset="0"/>
              </a:rPr>
              <a:t>System.out.println</a:t>
            </a:r>
            <a:r>
              <a:rPr lang="en-US" sz="1600" dirty="0">
                <a:latin typeface="Bookman Old Style" pitchFamily="18" charset="0"/>
              </a:rPr>
              <a:t>("</a:t>
            </a:r>
            <a:r>
              <a:rPr lang="en-US" sz="1600" dirty="0" err="1">
                <a:latin typeface="Bookman Old Style" pitchFamily="18" charset="0"/>
              </a:rPr>
              <a:t>n_pro</a:t>
            </a:r>
            <a:r>
              <a:rPr lang="en-US" sz="1600" dirty="0">
                <a:latin typeface="Bookman Old Style" pitchFamily="18" charset="0"/>
              </a:rPr>
              <a:t> = " + </a:t>
            </a:r>
            <a:r>
              <a:rPr lang="en-US" sz="1600" dirty="0" err="1">
                <a:latin typeface="Bookman Old Style" pitchFamily="18" charset="0"/>
              </a:rPr>
              <a:t>n_pro</a:t>
            </a:r>
            <a:r>
              <a:rPr lang="en-US" sz="1600" dirty="0">
                <a:latin typeface="Bookman Old Style" pitchFamily="18" charset="0"/>
              </a:rPr>
              <a:t>);</a:t>
            </a:r>
          </a:p>
          <a:p>
            <a:r>
              <a:rPr lang="en-US" sz="1600" dirty="0" err="1">
                <a:latin typeface="Bookman Old Style" pitchFamily="18" charset="0"/>
              </a:rPr>
              <a:t>System.out.println</a:t>
            </a:r>
            <a:r>
              <a:rPr lang="en-US" sz="1600" dirty="0">
                <a:latin typeface="Bookman Old Style" pitchFamily="18" charset="0"/>
              </a:rPr>
              <a:t>("</a:t>
            </a:r>
            <a:r>
              <a:rPr lang="en-US" sz="1600" dirty="0" err="1">
                <a:latin typeface="Bookman Old Style" pitchFamily="18" charset="0"/>
              </a:rPr>
              <a:t>n_pub</a:t>
            </a:r>
            <a:r>
              <a:rPr lang="en-US" sz="1600" dirty="0">
                <a:latin typeface="Bookman Old Style" pitchFamily="18" charset="0"/>
              </a:rPr>
              <a:t> = " + </a:t>
            </a:r>
            <a:r>
              <a:rPr lang="en-US" sz="1600" dirty="0" err="1">
                <a:latin typeface="Bookman Old Style" pitchFamily="18" charset="0"/>
              </a:rPr>
              <a:t>n_pub</a:t>
            </a:r>
            <a:r>
              <a:rPr lang="en-US" sz="1600" dirty="0">
                <a:latin typeface="Bookman Old Style" pitchFamily="18" charset="0"/>
              </a:rPr>
              <a:t>);</a:t>
            </a:r>
          </a:p>
          <a:p>
            <a:r>
              <a:rPr lang="en-US" sz="1600" dirty="0">
                <a:latin typeface="Bookman Old Style" pitchFamily="18" charset="0"/>
              </a:rPr>
              <a:t>}</a:t>
            </a:r>
          </a:p>
          <a:p>
            <a:r>
              <a:rPr lang="en-US" sz="1600" dirty="0">
                <a:latin typeface="Bookman Old Style" pitchFamily="18" charset="0"/>
              </a:rPr>
              <a:t>}</a:t>
            </a:r>
          </a:p>
        </p:txBody>
      </p:sp>
      <p:sp>
        <p:nvSpPr>
          <p:cNvPr id="10" name="Rectangle 9"/>
          <p:cNvSpPr/>
          <p:nvPr/>
        </p:nvSpPr>
        <p:spPr>
          <a:xfrm>
            <a:off x="179626" y="2311516"/>
            <a:ext cx="4104342" cy="3785652"/>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sz="1600" dirty="0">
                <a:latin typeface="Bookman Old Style" pitchFamily="18" charset="0"/>
              </a:rPr>
              <a:t>package </a:t>
            </a:r>
            <a:r>
              <a:rPr lang="en-US" sz="1600" b="1" dirty="0">
                <a:latin typeface="Bookman Old Style" pitchFamily="18" charset="0"/>
              </a:rPr>
              <a:t>p1</a:t>
            </a:r>
            <a:r>
              <a:rPr lang="en-US" sz="1600" dirty="0">
                <a:latin typeface="Bookman Old Style" pitchFamily="18" charset="0"/>
              </a:rPr>
              <a:t>;</a:t>
            </a:r>
          </a:p>
          <a:p>
            <a:r>
              <a:rPr lang="en-US" sz="1600" dirty="0">
                <a:latin typeface="Bookman Old Style" pitchFamily="18" charset="0"/>
              </a:rPr>
              <a:t>public class Protection {</a:t>
            </a:r>
          </a:p>
          <a:p>
            <a:r>
              <a:rPr lang="en-US" sz="1600" dirty="0" err="1">
                <a:latin typeface="Bookman Old Style" pitchFamily="18" charset="0"/>
              </a:rPr>
              <a:t>int</a:t>
            </a:r>
            <a:r>
              <a:rPr lang="en-US" sz="1600" dirty="0">
                <a:latin typeface="Bookman Old Style" pitchFamily="18" charset="0"/>
              </a:rPr>
              <a:t> n = 1;</a:t>
            </a:r>
          </a:p>
          <a:p>
            <a:r>
              <a:rPr lang="en-US" sz="1600" b="1" dirty="0">
                <a:latin typeface="Bookman Old Style" pitchFamily="18" charset="0"/>
              </a:rPr>
              <a:t>private</a:t>
            </a:r>
            <a:r>
              <a:rPr lang="en-US" sz="1600" dirty="0">
                <a:latin typeface="Bookman Old Style" pitchFamily="18" charset="0"/>
              </a:rPr>
              <a:t> </a:t>
            </a:r>
            <a:r>
              <a:rPr lang="en-US" sz="1600" dirty="0" err="1">
                <a:latin typeface="Bookman Old Style" pitchFamily="18" charset="0"/>
              </a:rPr>
              <a:t>int</a:t>
            </a:r>
            <a:r>
              <a:rPr lang="en-US" sz="1600" dirty="0">
                <a:latin typeface="Bookman Old Style" pitchFamily="18" charset="0"/>
              </a:rPr>
              <a:t> </a:t>
            </a:r>
            <a:r>
              <a:rPr lang="en-US" sz="1600" dirty="0" err="1">
                <a:latin typeface="Bookman Old Style" pitchFamily="18" charset="0"/>
              </a:rPr>
              <a:t>n_pri</a:t>
            </a:r>
            <a:r>
              <a:rPr lang="en-US" sz="1600" dirty="0">
                <a:latin typeface="Bookman Old Style" pitchFamily="18" charset="0"/>
              </a:rPr>
              <a:t> = 2;</a:t>
            </a:r>
          </a:p>
          <a:p>
            <a:r>
              <a:rPr lang="en-US" sz="1600" b="1" dirty="0">
                <a:latin typeface="Bookman Old Style" pitchFamily="18" charset="0"/>
              </a:rPr>
              <a:t>protected</a:t>
            </a:r>
            <a:r>
              <a:rPr lang="en-US" sz="1600" dirty="0">
                <a:latin typeface="Bookman Old Style" pitchFamily="18" charset="0"/>
              </a:rPr>
              <a:t> </a:t>
            </a:r>
            <a:r>
              <a:rPr lang="en-US" sz="1600" dirty="0" err="1">
                <a:latin typeface="Bookman Old Style" pitchFamily="18" charset="0"/>
              </a:rPr>
              <a:t>int</a:t>
            </a:r>
            <a:r>
              <a:rPr lang="en-US" sz="1600" dirty="0">
                <a:latin typeface="Bookman Old Style" pitchFamily="18" charset="0"/>
              </a:rPr>
              <a:t> </a:t>
            </a:r>
            <a:r>
              <a:rPr lang="en-US" sz="1600" dirty="0" err="1">
                <a:latin typeface="Bookman Old Style" pitchFamily="18" charset="0"/>
              </a:rPr>
              <a:t>n_pro</a:t>
            </a:r>
            <a:r>
              <a:rPr lang="en-US" sz="1600" dirty="0">
                <a:latin typeface="Bookman Old Style" pitchFamily="18" charset="0"/>
              </a:rPr>
              <a:t> = 3;</a:t>
            </a:r>
          </a:p>
          <a:p>
            <a:r>
              <a:rPr lang="en-US" sz="1600" b="1" dirty="0">
                <a:latin typeface="Bookman Old Style" pitchFamily="18" charset="0"/>
              </a:rPr>
              <a:t>public</a:t>
            </a:r>
            <a:r>
              <a:rPr lang="en-US" sz="1600" dirty="0">
                <a:latin typeface="Bookman Old Style" pitchFamily="18" charset="0"/>
              </a:rPr>
              <a:t> </a:t>
            </a:r>
            <a:r>
              <a:rPr lang="en-US" sz="1600" dirty="0" err="1">
                <a:latin typeface="Bookman Old Style" pitchFamily="18" charset="0"/>
              </a:rPr>
              <a:t>int</a:t>
            </a:r>
            <a:r>
              <a:rPr lang="en-US" sz="1600" dirty="0">
                <a:latin typeface="Bookman Old Style" pitchFamily="18" charset="0"/>
              </a:rPr>
              <a:t> </a:t>
            </a:r>
            <a:r>
              <a:rPr lang="en-US" sz="1600" dirty="0" err="1">
                <a:latin typeface="Bookman Old Style" pitchFamily="18" charset="0"/>
              </a:rPr>
              <a:t>n_pub</a:t>
            </a:r>
            <a:r>
              <a:rPr lang="en-US" sz="1600" dirty="0">
                <a:latin typeface="Bookman Old Style" pitchFamily="18" charset="0"/>
              </a:rPr>
              <a:t> = 4;</a:t>
            </a:r>
          </a:p>
          <a:p>
            <a:r>
              <a:rPr lang="en-US" sz="1600" b="1" dirty="0">
                <a:latin typeface="Bookman Old Style" pitchFamily="18" charset="0"/>
              </a:rPr>
              <a:t>public</a:t>
            </a:r>
            <a:r>
              <a:rPr lang="en-US" sz="1600" dirty="0">
                <a:latin typeface="Bookman Old Style" pitchFamily="18" charset="0"/>
              </a:rPr>
              <a:t> Protection() {</a:t>
            </a:r>
          </a:p>
          <a:p>
            <a:r>
              <a:rPr lang="en-US" sz="1600" dirty="0" err="1">
                <a:latin typeface="Bookman Old Style" pitchFamily="18" charset="0"/>
              </a:rPr>
              <a:t>System.out.println</a:t>
            </a:r>
            <a:r>
              <a:rPr lang="en-US" sz="1600" dirty="0">
                <a:latin typeface="Bookman Old Style" pitchFamily="18" charset="0"/>
              </a:rPr>
              <a:t>("base constructor");</a:t>
            </a:r>
          </a:p>
          <a:p>
            <a:r>
              <a:rPr lang="en-US" sz="1600" dirty="0" err="1">
                <a:latin typeface="Bookman Old Style" pitchFamily="18" charset="0"/>
              </a:rPr>
              <a:t>System.out.println</a:t>
            </a:r>
            <a:r>
              <a:rPr lang="en-US" sz="1600" dirty="0">
                <a:latin typeface="Bookman Old Style" pitchFamily="18" charset="0"/>
              </a:rPr>
              <a:t>("n = " + n);</a:t>
            </a:r>
          </a:p>
          <a:p>
            <a:r>
              <a:rPr lang="en-US" sz="1600" dirty="0" err="1">
                <a:latin typeface="Bookman Old Style" pitchFamily="18" charset="0"/>
              </a:rPr>
              <a:t>System.out.println</a:t>
            </a:r>
            <a:r>
              <a:rPr lang="en-US" sz="1600" dirty="0">
                <a:latin typeface="Bookman Old Style" pitchFamily="18" charset="0"/>
              </a:rPr>
              <a:t>("</a:t>
            </a:r>
            <a:r>
              <a:rPr lang="en-US" sz="1600" dirty="0" err="1">
                <a:latin typeface="Bookman Old Style" pitchFamily="18" charset="0"/>
              </a:rPr>
              <a:t>n_pri</a:t>
            </a:r>
            <a:r>
              <a:rPr lang="en-US" sz="1600" dirty="0">
                <a:latin typeface="Bookman Old Style" pitchFamily="18" charset="0"/>
              </a:rPr>
              <a:t> = " + </a:t>
            </a:r>
            <a:r>
              <a:rPr lang="en-US" sz="1600" dirty="0" err="1">
                <a:latin typeface="Bookman Old Style" pitchFamily="18" charset="0"/>
              </a:rPr>
              <a:t>n_pri</a:t>
            </a:r>
            <a:r>
              <a:rPr lang="en-US" sz="1600" dirty="0">
                <a:latin typeface="Bookman Old Style" pitchFamily="18" charset="0"/>
              </a:rPr>
              <a:t>);</a:t>
            </a:r>
          </a:p>
          <a:p>
            <a:r>
              <a:rPr lang="en-US" sz="1600" dirty="0" err="1">
                <a:latin typeface="Bookman Old Style" pitchFamily="18" charset="0"/>
              </a:rPr>
              <a:t>System.out.println</a:t>
            </a:r>
            <a:r>
              <a:rPr lang="en-US" sz="1600" dirty="0">
                <a:latin typeface="Bookman Old Style" pitchFamily="18" charset="0"/>
              </a:rPr>
              <a:t>("</a:t>
            </a:r>
            <a:r>
              <a:rPr lang="en-US" sz="1600" dirty="0" err="1">
                <a:latin typeface="Bookman Old Style" pitchFamily="18" charset="0"/>
              </a:rPr>
              <a:t>n_pro</a:t>
            </a:r>
            <a:r>
              <a:rPr lang="en-US" sz="1600" dirty="0">
                <a:latin typeface="Bookman Old Style" pitchFamily="18" charset="0"/>
              </a:rPr>
              <a:t> = " + </a:t>
            </a:r>
            <a:r>
              <a:rPr lang="en-US" sz="1600" dirty="0" err="1">
                <a:latin typeface="Bookman Old Style" pitchFamily="18" charset="0"/>
              </a:rPr>
              <a:t>n_pro</a:t>
            </a:r>
            <a:r>
              <a:rPr lang="en-US" sz="1600" dirty="0">
                <a:latin typeface="Bookman Old Style" pitchFamily="18" charset="0"/>
              </a:rPr>
              <a:t>);</a:t>
            </a:r>
          </a:p>
          <a:p>
            <a:r>
              <a:rPr lang="en-US" sz="1600" dirty="0" err="1">
                <a:latin typeface="Bookman Old Style" pitchFamily="18" charset="0"/>
              </a:rPr>
              <a:t>System.out.println</a:t>
            </a:r>
            <a:r>
              <a:rPr lang="en-US" sz="1600" dirty="0">
                <a:latin typeface="Bookman Old Style" pitchFamily="18" charset="0"/>
              </a:rPr>
              <a:t>("</a:t>
            </a:r>
            <a:r>
              <a:rPr lang="en-US" sz="1600" dirty="0" err="1">
                <a:latin typeface="Bookman Old Style" pitchFamily="18" charset="0"/>
              </a:rPr>
              <a:t>n_pub</a:t>
            </a:r>
            <a:r>
              <a:rPr lang="en-US" sz="1600" dirty="0">
                <a:latin typeface="Bookman Old Style" pitchFamily="18" charset="0"/>
              </a:rPr>
              <a:t> = " + </a:t>
            </a:r>
            <a:r>
              <a:rPr lang="en-US" sz="1600" dirty="0" err="1">
                <a:latin typeface="Bookman Old Style" pitchFamily="18" charset="0"/>
              </a:rPr>
              <a:t>n_pub</a:t>
            </a:r>
            <a:r>
              <a:rPr lang="en-US" sz="1600" dirty="0">
                <a:latin typeface="Bookman Old Style" pitchFamily="18" charset="0"/>
              </a:rPr>
              <a:t>);</a:t>
            </a:r>
          </a:p>
          <a:p>
            <a:r>
              <a:rPr lang="en-US" sz="1600" dirty="0">
                <a:latin typeface="Bookman Old Style" pitchFamily="18" charset="0"/>
              </a:rPr>
              <a:t>}</a:t>
            </a:r>
          </a:p>
          <a:p>
            <a:r>
              <a:rPr lang="en-US" sz="1600" dirty="0">
                <a:latin typeface="Bookman Old Style" pitchFamily="18" charset="0"/>
              </a:rPr>
              <a:t>}</a:t>
            </a:r>
          </a:p>
        </p:txBody>
      </p:sp>
      <p:sp>
        <p:nvSpPr>
          <p:cNvPr id="11" name="TextBox 10"/>
          <p:cNvSpPr txBox="1"/>
          <p:nvPr/>
        </p:nvSpPr>
        <p:spPr>
          <a:xfrm>
            <a:off x="199873" y="1549515"/>
            <a:ext cx="5083443" cy="369332"/>
          </a:xfrm>
          <a:prstGeom prst="rect">
            <a:avLst/>
          </a:prstGeom>
          <a:noFill/>
        </p:spPr>
        <p:txBody>
          <a:bodyPr wrap="none" rtlCol="0">
            <a:spAutoFit/>
          </a:bodyPr>
          <a:lstStyle/>
          <a:p>
            <a:r>
              <a:rPr lang="en-US" b="1" dirty="0">
                <a:latin typeface="Bookman Old Style" pitchFamily="18" charset="0"/>
              </a:rPr>
              <a:t>Examine at which lines error may occur.</a:t>
            </a:r>
          </a:p>
        </p:txBody>
      </p:sp>
      <p:sp>
        <p:nvSpPr>
          <p:cNvPr id="3" name="Rectangle 2"/>
          <p:cNvSpPr/>
          <p:nvPr/>
        </p:nvSpPr>
        <p:spPr>
          <a:xfrm>
            <a:off x="4526490" y="3542122"/>
            <a:ext cx="4149966" cy="31892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852548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4784196" y="1188362"/>
            <a:ext cx="2056396" cy="25105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Rectangle 11"/>
          <p:cNvSpPr/>
          <p:nvPr/>
        </p:nvSpPr>
        <p:spPr>
          <a:xfrm>
            <a:off x="4784196" y="1703681"/>
            <a:ext cx="2056396" cy="19740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Rectangle 12"/>
          <p:cNvSpPr/>
          <p:nvPr/>
        </p:nvSpPr>
        <p:spPr>
          <a:xfrm>
            <a:off x="4784195" y="2161141"/>
            <a:ext cx="2847409" cy="21932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Rectangle 22"/>
          <p:cNvSpPr/>
          <p:nvPr/>
        </p:nvSpPr>
        <p:spPr>
          <a:xfrm>
            <a:off x="35496" y="220352"/>
            <a:ext cx="4572000" cy="3046988"/>
          </a:xfrm>
          <a:prstGeom prst="rect">
            <a:avLst/>
          </a:prstGeom>
        </p:spPr>
        <p:style>
          <a:lnRef idx="2">
            <a:schemeClr val="accent1"/>
          </a:lnRef>
          <a:fillRef idx="1">
            <a:schemeClr val="lt1"/>
          </a:fillRef>
          <a:effectRef idx="0">
            <a:schemeClr val="accent1"/>
          </a:effectRef>
          <a:fontRef idx="minor">
            <a:schemeClr val="dk1"/>
          </a:fontRef>
        </p:style>
        <p:txBody>
          <a:bodyPr>
            <a:spAutoFit/>
          </a:bodyPr>
          <a:lstStyle/>
          <a:p>
            <a:r>
              <a:rPr lang="en-US" sz="1600" dirty="0">
                <a:latin typeface="Bookman Old Style" pitchFamily="18" charset="0"/>
              </a:rPr>
              <a:t>package p1;</a:t>
            </a:r>
          </a:p>
          <a:p>
            <a:r>
              <a:rPr lang="en-US" sz="1600" dirty="0">
                <a:latin typeface="Bookman Old Style" pitchFamily="18" charset="0"/>
              </a:rPr>
              <a:t>class </a:t>
            </a:r>
            <a:r>
              <a:rPr lang="en-US" sz="1600" dirty="0" err="1">
                <a:latin typeface="Bookman Old Style" pitchFamily="18" charset="0"/>
              </a:rPr>
              <a:t>SamePackage</a:t>
            </a:r>
            <a:r>
              <a:rPr lang="en-US" sz="1600" dirty="0">
                <a:latin typeface="Bookman Old Style" pitchFamily="18" charset="0"/>
              </a:rPr>
              <a:t> {</a:t>
            </a:r>
          </a:p>
          <a:p>
            <a:r>
              <a:rPr lang="en-US" sz="1600" dirty="0" err="1">
                <a:latin typeface="Bookman Old Style" pitchFamily="18" charset="0"/>
              </a:rPr>
              <a:t>SamePackage</a:t>
            </a:r>
            <a:r>
              <a:rPr lang="en-US" sz="1600" dirty="0">
                <a:latin typeface="Bookman Old Style" pitchFamily="18" charset="0"/>
              </a:rPr>
              <a:t>() {</a:t>
            </a:r>
          </a:p>
          <a:p>
            <a:r>
              <a:rPr lang="en-US" sz="1600" dirty="0">
                <a:latin typeface="Bookman Old Style" pitchFamily="18" charset="0"/>
              </a:rPr>
              <a:t>Protection p = new Protection();</a:t>
            </a:r>
          </a:p>
          <a:p>
            <a:r>
              <a:rPr lang="en-US" sz="1600" dirty="0" err="1">
                <a:latin typeface="Bookman Old Style" pitchFamily="18" charset="0"/>
              </a:rPr>
              <a:t>System.out.println</a:t>
            </a:r>
            <a:r>
              <a:rPr lang="en-US" sz="1600" dirty="0">
                <a:latin typeface="Bookman Old Style" pitchFamily="18" charset="0"/>
              </a:rPr>
              <a:t>("same package constructor");</a:t>
            </a:r>
          </a:p>
          <a:p>
            <a:r>
              <a:rPr lang="en-US" sz="1600" dirty="0" err="1">
                <a:latin typeface="Bookman Old Style" pitchFamily="18" charset="0"/>
              </a:rPr>
              <a:t>System.out.println</a:t>
            </a:r>
            <a:r>
              <a:rPr lang="en-US" sz="1600" dirty="0">
                <a:latin typeface="Bookman Old Style" pitchFamily="18" charset="0"/>
              </a:rPr>
              <a:t>("n = " + </a:t>
            </a:r>
            <a:r>
              <a:rPr lang="en-US" sz="1600" dirty="0" err="1">
                <a:latin typeface="Bookman Old Style" pitchFamily="18" charset="0"/>
              </a:rPr>
              <a:t>p.n</a:t>
            </a:r>
            <a:r>
              <a:rPr lang="en-US" sz="1600" dirty="0">
                <a:latin typeface="Bookman Old Style" pitchFamily="18" charset="0"/>
              </a:rPr>
              <a:t>);</a:t>
            </a:r>
          </a:p>
          <a:p>
            <a:r>
              <a:rPr lang="en-US" sz="1600" dirty="0" err="1">
                <a:latin typeface="Bookman Old Style" pitchFamily="18" charset="0"/>
              </a:rPr>
              <a:t>System.out.println</a:t>
            </a:r>
            <a:r>
              <a:rPr lang="en-US" sz="1600" dirty="0">
                <a:latin typeface="Bookman Old Style" pitchFamily="18" charset="0"/>
              </a:rPr>
              <a:t>("</a:t>
            </a:r>
            <a:r>
              <a:rPr lang="en-US" sz="1600" dirty="0" err="1">
                <a:latin typeface="Bookman Old Style" pitchFamily="18" charset="0"/>
              </a:rPr>
              <a:t>n_pri</a:t>
            </a:r>
            <a:r>
              <a:rPr lang="en-US" sz="1600" dirty="0">
                <a:latin typeface="Bookman Old Style" pitchFamily="18" charset="0"/>
              </a:rPr>
              <a:t> = " + </a:t>
            </a:r>
            <a:r>
              <a:rPr lang="en-US" sz="1600" dirty="0" err="1">
                <a:latin typeface="Bookman Old Style" pitchFamily="18" charset="0"/>
              </a:rPr>
              <a:t>p.n_pri</a:t>
            </a:r>
            <a:r>
              <a:rPr lang="en-US" sz="1600" dirty="0">
                <a:latin typeface="Bookman Old Style" pitchFamily="18" charset="0"/>
              </a:rPr>
              <a:t>);</a:t>
            </a:r>
          </a:p>
          <a:p>
            <a:r>
              <a:rPr lang="en-US" sz="1600" dirty="0" err="1">
                <a:latin typeface="Bookman Old Style" pitchFamily="18" charset="0"/>
              </a:rPr>
              <a:t>System.out.println</a:t>
            </a:r>
            <a:r>
              <a:rPr lang="en-US" sz="1600" dirty="0">
                <a:latin typeface="Bookman Old Style" pitchFamily="18" charset="0"/>
              </a:rPr>
              <a:t>("</a:t>
            </a:r>
            <a:r>
              <a:rPr lang="en-US" sz="1600" dirty="0" err="1">
                <a:latin typeface="Bookman Old Style" pitchFamily="18" charset="0"/>
              </a:rPr>
              <a:t>n_pro</a:t>
            </a:r>
            <a:r>
              <a:rPr lang="en-US" sz="1600" dirty="0">
                <a:latin typeface="Bookman Old Style" pitchFamily="18" charset="0"/>
              </a:rPr>
              <a:t> = " + </a:t>
            </a:r>
            <a:r>
              <a:rPr lang="en-US" sz="1600" dirty="0" err="1">
                <a:latin typeface="Bookman Old Style" pitchFamily="18" charset="0"/>
              </a:rPr>
              <a:t>p.n_pro</a:t>
            </a:r>
            <a:r>
              <a:rPr lang="en-US" sz="1600" dirty="0">
                <a:latin typeface="Bookman Old Style" pitchFamily="18" charset="0"/>
              </a:rPr>
              <a:t>);</a:t>
            </a:r>
          </a:p>
          <a:p>
            <a:r>
              <a:rPr lang="en-US" sz="1600" dirty="0" err="1">
                <a:latin typeface="Bookman Old Style" pitchFamily="18" charset="0"/>
              </a:rPr>
              <a:t>System.out.println</a:t>
            </a:r>
            <a:r>
              <a:rPr lang="en-US" sz="1600" dirty="0">
                <a:latin typeface="Bookman Old Style" pitchFamily="18" charset="0"/>
              </a:rPr>
              <a:t>("</a:t>
            </a:r>
            <a:r>
              <a:rPr lang="en-US" sz="1600" dirty="0" err="1">
                <a:latin typeface="Bookman Old Style" pitchFamily="18" charset="0"/>
              </a:rPr>
              <a:t>n_pub</a:t>
            </a:r>
            <a:r>
              <a:rPr lang="en-US" sz="1600" dirty="0">
                <a:latin typeface="Bookman Old Style" pitchFamily="18" charset="0"/>
              </a:rPr>
              <a:t> = " + </a:t>
            </a:r>
            <a:r>
              <a:rPr lang="en-US" sz="1600" dirty="0" err="1">
                <a:latin typeface="Bookman Old Style" pitchFamily="18" charset="0"/>
              </a:rPr>
              <a:t>p.n_pub</a:t>
            </a:r>
            <a:r>
              <a:rPr lang="en-US" sz="1600" dirty="0">
                <a:latin typeface="Bookman Old Style" pitchFamily="18" charset="0"/>
              </a:rPr>
              <a:t>);</a:t>
            </a:r>
          </a:p>
          <a:p>
            <a:r>
              <a:rPr lang="en-US" sz="1600" dirty="0">
                <a:latin typeface="Bookman Old Style" pitchFamily="18" charset="0"/>
              </a:rPr>
              <a:t>}</a:t>
            </a:r>
          </a:p>
          <a:p>
            <a:r>
              <a:rPr lang="en-US" sz="1600" dirty="0">
                <a:latin typeface="Bookman Old Style" pitchFamily="18" charset="0"/>
              </a:rPr>
              <a:t>}</a:t>
            </a:r>
          </a:p>
        </p:txBody>
      </p:sp>
      <p:sp>
        <p:nvSpPr>
          <p:cNvPr id="24" name="Rectangle 23"/>
          <p:cNvSpPr/>
          <p:nvPr/>
        </p:nvSpPr>
        <p:spPr>
          <a:xfrm>
            <a:off x="4690483" y="215579"/>
            <a:ext cx="4358972" cy="3046988"/>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sz="1600" dirty="0">
                <a:latin typeface="Bookman Old Style" pitchFamily="18" charset="0"/>
              </a:rPr>
              <a:t>package p2;</a:t>
            </a:r>
          </a:p>
          <a:p>
            <a:r>
              <a:rPr lang="en-US" sz="1600" dirty="0">
                <a:latin typeface="Bookman Old Style" pitchFamily="18" charset="0"/>
              </a:rPr>
              <a:t>class Protection2 extends P1.Protection {</a:t>
            </a:r>
          </a:p>
          <a:p>
            <a:r>
              <a:rPr lang="en-US" sz="1600" dirty="0">
                <a:latin typeface="Bookman Old Style" pitchFamily="18" charset="0"/>
              </a:rPr>
              <a:t>Protection2() {</a:t>
            </a:r>
          </a:p>
          <a:p>
            <a:r>
              <a:rPr lang="en-US" sz="1600" dirty="0" err="1">
                <a:latin typeface="Bookman Old Style" pitchFamily="18" charset="0"/>
              </a:rPr>
              <a:t>System.out.println</a:t>
            </a:r>
            <a:r>
              <a:rPr lang="en-US" sz="1600" dirty="0">
                <a:latin typeface="Bookman Old Style" pitchFamily="18" charset="0"/>
              </a:rPr>
              <a:t>("derived other </a:t>
            </a:r>
          </a:p>
          <a:p>
            <a:r>
              <a:rPr lang="en-US" sz="1600" dirty="0">
                <a:latin typeface="Bookman Old Style" pitchFamily="18" charset="0"/>
              </a:rPr>
              <a:t>package constructor");</a:t>
            </a:r>
          </a:p>
          <a:p>
            <a:r>
              <a:rPr lang="en-US" sz="1600" dirty="0" err="1">
                <a:latin typeface="Bookman Old Style" pitchFamily="18" charset="0"/>
              </a:rPr>
              <a:t>System.out.println</a:t>
            </a:r>
            <a:r>
              <a:rPr lang="en-US" sz="1600" dirty="0">
                <a:latin typeface="Bookman Old Style" pitchFamily="18" charset="0"/>
              </a:rPr>
              <a:t>("n = " + n);</a:t>
            </a:r>
          </a:p>
          <a:p>
            <a:r>
              <a:rPr lang="en-US" sz="1600" dirty="0" err="1">
                <a:latin typeface="Bookman Old Style" pitchFamily="18" charset="0"/>
              </a:rPr>
              <a:t>System.out.println</a:t>
            </a:r>
            <a:r>
              <a:rPr lang="en-US" sz="1600" dirty="0">
                <a:latin typeface="Bookman Old Style" pitchFamily="18" charset="0"/>
              </a:rPr>
              <a:t>("</a:t>
            </a:r>
            <a:r>
              <a:rPr lang="en-US" sz="1600" dirty="0" err="1">
                <a:latin typeface="Bookman Old Style" pitchFamily="18" charset="0"/>
              </a:rPr>
              <a:t>n_pri</a:t>
            </a:r>
            <a:r>
              <a:rPr lang="en-US" sz="1600" dirty="0">
                <a:latin typeface="Bookman Old Style" pitchFamily="18" charset="0"/>
              </a:rPr>
              <a:t> = " + </a:t>
            </a:r>
            <a:r>
              <a:rPr lang="en-US" sz="1600" dirty="0" err="1">
                <a:latin typeface="Bookman Old Style" pitchFamily="18" charset="0"/>
              </a:rPr>
              <a:t>n_pri</a:t>
            </a:r>
            <a:r>
              <a:rPr lang="en-US" sz="1600" dirty="0">
                <a:latin typeface="Bookman Old Style" pitchFamily="18" charset="0"/>
              </a:rPr>
              <a:t>);</a:t>
            </a:r>
          </a:p>
          <a:p>
            <a:r>
              <a:rPr lang="en-US" sz="1600" dirty="0" err="1">
                <a:latin typeface="Bookman Old Style" pitchFamily="18" charset="0"/>
              </a:rPr>
              <a:t>System.out.println</a:t>
            </a:r>
            <a:r>
              <a:rPr lang="en-US" sz="1600" dirty="0">
                <a:latin typeface="Bookman Old Style" pitchFamily="18" charset="0"/>
              </a:rPr>
              <a:t>("</a:t>
            </a:r>
            <a:r>
              <a:rPr lang="en-US" sz="1600" dirty="0" err="1">
                <a:latin typeface="Bookman Old Style" pitchFamily="18" charset="0"/>
              </a:rPr>
              <a:t>n_pro</a:t>
            </a:r>
            <a:r>
              <a:rPr lang="en-US" sz="1600" dirty="0">
                <a:latin typeface="Bookman Old Style" pitchFamily="18" charset="0"/>
              </a:rPr>
              <a:t> = " + </a:t>
            </a:r>
            <a:r>
              <a:rPr lang="en-US" sz="1600" dirty="0" err="1">
                <a:latin typeface="Bookman Old Style" pitchFamily="18" charset="0"/>
              </a:rPr>
              <a:t>n_pro</a:t>
            </a:r>
            <a:r>
              <a:rPr lang="en-US" sz="1600" dirty="0">
                <a:latin typeface="Bookman Old Style" pitchFamily="18" charset="0"/>
              </a:rPr>
              <a:t>);</a:t>
            </a:r>
          </a:p>
          <a:p>
            <a:r>
              <a:rPr lang="en-US" sz="1600" dirty="0" err="1">
                <a:latin typeface="Bookman Old Style" pitchFamily="18" charset="0"/>
              </a:rPr>
              <a:t>System.out.println</a:t>
            </a:r>
            <a:r>
              <a:rPr lang="en-US" sz="1600" dirty="0">
                <a:latin typeface="Bookman Old Style" pitchFamily="18" charset="0"/>
              </a:rPr>
              <a:t>("</a:t>
            </a:r>
            <a:r>
              <a:rPr lang="en-US" sz="1600" dirty="0" err="1">
                <a:latin typeface="Bookman Old Style" pitchFamily="18" charset="0"/>
              </a:rPr>
              <a:t>n_pub</a:t>
            </a:r>
            <a:r>
              <a:rPr lang="en-US" sz="1600" dirty="0">
                <a:latin typeface="Bookman Old Style" pitchFamily="18" charset="0"/>
              </a:rPr>
              <a:t> = " + </a:t>
            </a:r>
            <a:r>
              <a:rPr lang="en-US" sz="1600" dirty="0" err="1">
                <a:latin typeface="Bookman Old Style" pitchFamily="18" charset="0"/>
              </a:rPr>
              <a:t>n_pub</a:t>
            </a:r>
            <a:r>
              <a:rPr lang="en-US" sz="1600" dirty="0">
                <a:latin typeface="Bookman Old Style" pitchFamily="18" charset="0"/>
              </a:rPr>
              <a:t>);</a:t>
            </a:r>
          </a:p>
          <a:p>
            <a:r>
              <a:rPr lang="en-US" sz="1600" dirty="0">
                <a:latin typeface="Bookman Old Style" pitchFamily="18" charset="0"/>
              </a:rPr>
              <a:t>}</a:t>
            </a:r>
          </a:p>
          <a:p>
            <a:r>
              <a:rPr lang="en-US" sz="1600" dirty="0">
                <a:latin typeface="Bookman Old Style" pitchFamily="18" charset="0"/>
              </a:rPr>
              <a:t>}</a:t>
            </a:r>
          </a:p>
          <a:p>
            <a:endParaRPr lang="en-US" sz="1600" dirty="0">
              <a:latin typeface="Bookman Old Style" pitchFamily="18" charset="0"/>
            </a:endParaRPr>
          </a:p>
        </p:txBody>
      </p:sp>
      <p:sp>
        <p:nvSpPr>
          <p:cNvPr id="25" name="Rectangle 24"/>
          <p:cNvSpPr/>
          <p:nvPr/>
        </p:nvSpPr>
        <p:spPr>
          <a:xfrm>
            <a:off x="2321496" y="3365666"/>
            <a:ext cx="4572000" cy="3046988"/>
          </a:xfrm>
          <a:prstGeom prst="rect">
            <a:avLst/>
          </a:prstGeom>
        </p:spPr>
        <p:style>
          <a:lnRef idx="2">
            <a:schemeClr val="accent1"/>
          </a:lnRef>
          <a:fillRef idx="1">
            <a:schemeClr val="lt1"/>
          </a:fillRef>
          <a:effectRef idx="0">
            <a:schemeClr val="accent1"/>
          </a:effectRef>
          <a:fontRef idx="minor">
            <a:schemeClr val="dk1"/>
          </a:fontRef>
        </p:style>
        <p:txBody>
          <a:bodyPr>
            <a:spAutoFit/>
          </a:bodyPr>
          <a:lstStyle/>
          <a:p>
            <a:r>
              <a:rPr lang="en-US" sz="1600" dirty="0">
                <a:latin typeface="Bookman Old Style" pitchFamily="18" charset="0"/>
              </a:rPr>
              <a:t>package p2;</a:t>
            </a:r>
          </a:p>
          <a:p>
            <a:r>
              <a:rPr lang="en-US" sz="1600" dirty="0">
                <a:latin typeface="Bookman Old Style" pitchFamily="18" charset="0"/>
              </a:rPr>
              <a:t>class </a:t>
            </a:r>
            <a:r>
              <a:rPr lang="en-US" sz="1600" dirty="0" err="1">
                <a:latin typeface="Bookman Old Style" pitchFamily="18" charset="0"/>
              </a:rPr>
              <a:t>OtherPackage</a:t>
            </a:r>
            <a:r>
              <a:rPr lang="en-US" sz="1600" dirty="0">
                <a:latin typeface="Bookman Old Style" pitchFamily="18" charset="0"/>
              </a:rPr>
              <a:t> {</a:t>
            </a:r>
          </a:p>
          <a:p>
            <a:r>
              <a:rPr lang="en-US" sz="1600" dirty="0" err="1">
                <a:latin typeface="Bookman Old Style" pitchFamily="18" charset="0"/>
              </a:rPr>
              <a:t>OtherPackage</a:t>
            </a:r>
            <a:r>
              <a:rPr lang="en-US" sz="1600" dirty="0">
                <a:latin typeface="Bookman Old Style" pitchFamily="18" charset="0"/>
              </a:rPr>
              <a:t>() {</a:t>
            </a:r>
          </a:p>
          <a:p>
            <a:r>
              <a:rPr lang="en-US" sz="1600" dirty="0">
                <a:latin typeface="Bookman Old Style" pitchFamily="18" charset="0"/>
              </a:rPr>
              <a:t>p1.Protection p = new p1.Protection();</a:t>
            </a:r>
          </a:p>
          <a:p>
            <a:r>
              <a:rPr lang="en-US" sz="1600" dirty="0" err="1">
                <a:latin typeface="Bookman Old Style" pitchFamily="18" charset="0"/>
              </a:rPr>
              <a:t>System.out.println</a:t>
            </a:r>
            <a:r>
              <a:rPr lang="en-US" sz="1600" dirty="0">
                <a:latin typeface="Bookman Old Style" pitchFamily="18" charset="0"/>
              </a:rPr>
              <a:t>("other package constructor");</a:t>
            </a:r>
          </a:p>
          <a:p>
            <a:r>
              <a:rPr lang="en-US" sz="1600" dirty="0" err="1">
                <a:latin typeface="Bookman Old Style" pitchFamily="18" charset="0"/>
              </a:rPr>
              <a:t>System.out.println</a:t>
            </a:r>
            <a:r>
              <a:rPr lang="en-US" sz="1600" dirty="0">
                <a:latin typeface="Bookman Old Style" pitchFamily="18" charset="0"/>
              </a:rPr>
              <a:t>("n = " + </a:t>
            </a:r>
            <a:r>
              <a:rPr lang="en-US" sz="1600" dirty="0" err="1">
                <a:latin typeface="Bookman Old Style" pitchFamily="18" charset="0"/>
              </a:rPr>
              <a:t>p.n</a:t>
            </a:r>
            <a:r>
              <a:rPr lang="en-US" sz="1600" dirty="0">
                <a:latin typeface="Bookman Old Style" pitchFamily="18" charset="0"/>
              </a:rPr>
              <a:t>);</a:t>
            </a:r>
          </a:p>
          <a:p>
            <a:r>
              <a:rPr lang="en-US" sz="1600" dirty="0" err="1">
                <a:latin typeface="Bookman Old Style" pitchFamily="18" charset="0"/>
              </a:rPr>
              <a:t>System.out.println</a:t>
            </a:r>
            <a:r>
              <a:rPr lang="en-US" sz="1600" dirty="0">
                <a:latin typeface="Bookman Old Style" pitchFamily="18" charset="0"/>
              </a:rPr>
              <a:t>("</a:t>
            </a:r>
            <a:r>
              <a:rPr lang="en-US" sz="1600" dirty="0" err="1">
                <a:latin typeface="Bookman Old Style" pitchFamily="18" charset="0"/>
              </a:rPr>
              <a:t>n_pri</a:t>
            </a:r>
            <a:r>
              <a:rPr lang="en-US" sz="1600" dirty="0">
                <a:latin typeface="Bookman Old Style" pitchFamily="18" charset="0"/>
              </a:rPr>
              <a:t> = " + </a:t>
            </a:r>
            <a:r>
              <a:rPr lang="en-US" sz="1600" dirty="0" err="1">
                <a:latin typeface="Bookman Old Style" pitchFamily="18" charset="0"/>
              </a:rPr>
              <a:t>p.n_pri</a:t>
            </a:r>
            <a:r>
              <a:rPr lang="en-US" sz="1600" dirty="0">
                <a:latin typeface="Bookman Old Style" pitchFamily="18" charset="0"/>
              </a:rPr>
              <a:t>);</a:t>
            </a:r>
          </a:p>
          <a:p>
            <a:r>
              <a:rPr lang="en-US" sz="1600" dirty="0" err="1">
                <a:latin typeface="Bookman Old Style" pitchFamily="18" charset="0"/>
              </a:rPr>
              <a:t>System.out.println</a:t>
            </a:r>
            <a:r>
              <a:rPr lang="en-US" sz="1600" dirty="0">
                <a:latin typeface="Bookman Old Style" pitchFamily="18" charset="0"/>
              </a:rPr>
              <a:t>("</a:t>
            </a:r>
            <a:r>
              <a:rPr lang="en-US" sz="1600" dirty="0" err="1">
                <a:latin typeface="Bookman Old Style" pitchFamily="18" charset="0"/>
              </a:rPr>
              <a:t>n_pro</a:t>
            </a:r>
            <a:r>
              <a:rPr lang="en-US" sz="1600" dirty="0">
                <a:latin typeface="Bookman Old Style" pitchFamily="18" charset="0"/>
              </a:rPr>
              <a:t> = " + </a:t>
            </a:r>
            <a:r>
              <a:rPr lang="en-US" sz="1600" dirty="0" err="1">
                <a:latin typeface="Bookman Old Style" pitchFamily="18" charset="0"/>
              </a:rPr>
              <a:t>p.n_pro</a:t>
            </a:r>
            <a:r>
              <a:rPr lang="en-US" sz="1600" dirty="0">
                <a:latin typeface="Bookman Old Style" pitchFamily="18" charset="0"/>
              </a:rPr>
              <a:t>);</a:t>
            </a:r>
          </a:p>
          <a:p>
            <a:r>
              <a:rPr lang="en-US" sz="1600" dirty="0" err="1">
                <a:latin typeface="Bookman Old Style" pitchFamily="18" charset="0"/>
              </a:rPr>
              <a:t>System.out.println</a:t>
            </a:r>
            <a:r>
              <a:rPr lang="en-US" sz="1600" dirty="0">
                <a:latin typeface="Bookman Old Style" pitchFamily="18" charset="0"/>
              </a:rPr>
              <a:t>("</a:t>
            </a:r>
            <a:r>
              <a:rPr lang="en-US" sz="1600" dirty="0" err="1">
                <a:latin typeface="Bookman Old Style" pitchFamily="18" charset="0"/>
              </a:rPr>
              <a:t>n_pub</a:t>
            </a:r>
            <a:r>
              <a:rPr lang="en-US" sz="1600" dirty="0">
                <a:latin typeface="Bookman Old Style" pitchFamily="18" charset="0"/>
              </a:rPr>
              <a:t> = " + </a:t>
            </a:r>
            <a:r>
              <a:rPr lang="en-US" sz="1600" dirty="0" err="1">
                <a:latin typeface="Bookman Old Style" pitchFamily="18" charset="0"/>
              </a:rPr>
              <a:t>p.n_pub</a:t>
            </a:r>
            <a:r>
              <a:rPr lang="en-US" sz="1600" dirty="0">
                <a:latin typeface="Bookman Old Style" pitchFamily="18" charset="0"/>
              </a:rPr>
              <a:t>);</a:t>
            </a:r>
          </a:p>
          <a:p>
            <a:r>
              <a:rPr lang="en-US" sz="1600" dirty="0">
                <a:latin typeface="Bookman Old Style" pitchFamily="18" charset="0"/>
              </a:rPr>
              <a:t>}</a:t>
            </a:r>
          </a:p>
          <a:p>
            <a:r>
              <a:rPr lang="en-US" sz="1600" dirty="0">
                <a:latin typeface="Bookman Old Style" pitchFamily="18" charset="0"/>
              </a:rPr>
              <a:t>}</a:t>
            </a:r>
          </a:p>
        </p:txBody>
      </p:sp>
      <p:sp>
        <p:nvSpPr>
          <p:cNvPr id="8" name="Rectangle 7"/>
          <p:cNvSpPr/>
          <p:nvPr/>
        </p:nvSpPr>
        <p:spPr>
          <a:xfrm>
            <a:off x="72327" y="1944579"/>
            <a:ext cx="4149966" cy="31892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4739654" y="1521034"/>
            <a:ext cx="4149966" cy="18288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4719297" y="1756372"/>
            <a:ext cx="4149966" cy="18288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2331066" y="4901686"/>
            <a:ext cx="4149966" cy="18288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a:off x="2306014" y="5157982"/>
            <a:ext cx="4149966" cy="18288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p:nvSpPr>
        <p:spPr>
          <a:xfrm>
            <a:off x="2294242" y="5414330"/>
            <a:ext cx="4149966" cy="18288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7501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4" grpId="0" animBg="1"/>
      <p:bldP spid="15" grpId="0" animBg="1"/>
      <p:bldP spid="16" grpId="0" animBg="1"/>
      <p:bldP spid="17"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5"/>
          <p:cNvSpPr txBox="1">
            <a:spLocks/>
          </p:cNvSpPr>
          <p:nvPr/>
        </p:nvSpPr>
        <p:spPr>
          <a:xfrm>
            <a:off x="1547664" y="1628800"/>
            <a:ext cx="7524328" cy="3240360"/>
          </a:xfrm>
          <a:prstGeom prst="rect">
            <a:avLst/>
          </a:prstGeom>
        </p:spPr>
        <p:txBody>
          <a:bodyPr anchor="ctr"/>
          <a:lstStyle>
            <a:lvl1pPr algn="l" defTabSz="914400" rtl="0" eaLnBrk="1" latinLnBrk="1" hangingPunct="1">
              <a:spcBef>
                <a:spcPct val="0"/>
              </a:spcBef>
              <a:buNone/>
              <a:defRPr sz="3600" b="1" kern="1200">
                <a:solidFill>
                  <a:schemeClr val="tx1">
                    <a:lumMod val="75000"/>
                    <a:lumOff val="25000"/>
                  </a:schemeClr>
                </a:solidFill>
                <a:latin typeface="Arial" pitchFamily="34" charset="0"/>
                <a:ea typeface="+mj-ea"/>
                <a:cs typeface="Arial" pitchFamily="34" charset="0"/>
              </a:defRPr>
            </a:lvl1pPr>
          </a:lstStyle>
          <a:p>
            <a:pPr algn="ctr" latinLnBrk="0">
              <a:spcAft>
                <a:spcPts val="1800"/>
              </a:spcAft>
            </a:pPr>
            <a:r>
              <a:rPr lang="en-US" dirty="0"/>
              <a:t>Topic 2</a:t>
            </a:r>
            <a:br>
              <a:rPr lang="en-US" dirty="0"/>
            </a:br>
            <a:r>
              <a:rPr lang="en-US" dirty="0"/>
              <a:t/>
            </a:r>
            <a:br>
              <a:rPr lang="en-US" dirty="0"/>
            </a:br>
            <a:r>
              <a:rPr lang="en-US" dirty="0"/>
              <a:t>Interfaces</a:t>
            </a:r>
          </a:p>
        </p:txBody>
      </p:sp>
    </p:spTree>
    <p:extLst>
      <p:ext uri="{BB962C8B-B14F-4D97-AF65-F5344CB8AC3E}">
        <p14:creationId xmlns:p14="http://schemas.microsoft.com/office/powerpoint/2010/main" val="4867662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6632"/>
            <a:ext cx="8229600" cy="1143000"/>
          </a:xfrm>
        </p:spPr>
        <p:txBody>
          <a:bodyPr/>
          <a:lstStyle/>
          <a:p>
            <a:r>
              <a:rPr lang="en-US" dirty="0"/>
              <a:t>Interfaces</a:t>
            </a:r>
          </a:p>
        </p:txBody>
      </p:sp>
      <p:sp>
        <p:nvSpPr>
          <p:cNvPr id="3" name="Content Placeholder 2"/>
          <p:cNvSpPr>
            <a:spLocks noGrp="1"/>
          </p:cNvSpPr>
          <p:nvPr>
            <p:ph idx="1"/>
          </p:nvPr>
        </p:nvSpPr>
        <p:spPr>
          <a:xfrm>
            <a:off x="179512" y="1268760"/>
            <a:ext cx="8568952" cy="4925143"/>
          </a:xfrm>
        </p:spPr>
        <p:txBody>
          <a:bodyPr>
            <a:noAutofit/>
          </a:bodyPr>
          <a:lstStyle/>
          <a:p>
            <a:pPr algn="just"/>
            <a:r>
              <a:rPr lang="en-US" sz="2000" dirty="0"/>
              <a:t>An </a:t>
            </a:r>
            <a:r>
              <a:rPr lang="en-US" sz="2000" b="1" dirty="0"/>
              <a:t>interface in java</a:t>
            </a:r>
            <a:r>
              <a:rPr lang="en-US" sz="2000" dirty="0"/>
              <a:t> is a blueprint of a class. </a:t>
            </a:r>
          </a:p>
          <a:p>
            <a:pPr algn="just"/>
            <a:r>
              <a:rPr lang="en-US" sz="2000" dirty="0"/>
              <a:t>It has static constants and abstract methods.</a:t>
            </a:r>
          </a:p>
          <a:p>
            <a:pPr algn="just"/>
            <a:r>
              <a:rPr lang="en-US" sz="2000" dirty="0"/>
              <a:t>The interface in Java is </a:t>
            </a:r>
            <a:r>
              <a:rPr lang="en-US" sz="2000" i="1" dirty="0"/>
              <a:t>a mechanism to achieve abstraction</a:t>
            </a:r>
            <a:r>
              <a:rPr lang="en-US" sz="2000" dirty="0"/>
              <a:t>. There can be only abstract methods in the Java interface, not method body. </a:t>
            </a:r>
          </a:p>
          <a:p>
            <a:pPr algn="just"/>
            <a:r>
              <a:rPr lang="en-US" sz="2000" dirty="0"/>
              <a:t>It is used to achieve abstraction and multiple inheritance in Java.</a:t>
            </a:r>
          </a:p>
          <a:p>
            <a:pPr algn="just"/>
            <a:r>
              <a:rPr lang="en-US" sz="2000" dirty="0"/>
              <a:t>It cannot be instantiated just like the abstract class.</a:t>
            </a:r>
          </a:p>
          <a:p>
            <a:pPr algn="just"/>
            <a:r>
              <a:rPr lang="en-US" sz="2000" dirty="0"/>
              <a:t>Since Java 8, we can have </a:t>
            </a:r>
            <a:r>
              <a:rPr lang="en-US" sz="2000" b="1" dirty="0"/>
              <a:t>default and static methods</a:t>
            </a:r>
            <a:r>
              <a:rPr lang="en-US" sz="2000" dirty="0"/>
              <a:t> in an interface.</a:t>
            </a:r>
          </a:p>
          <a:p>
            <a:pPr algn="just"/>
            <a:r>
              <a:rPr lang="en-US" sz="2000" dirty="0"/>
              <a:t>Since Java 9, we can have </a:t>
            </a:r>
            <a:r>
              <a:rPr lang="en-US" sz="2000" b="1" dirty="0"/>
              <a:t>private methods</a:t>
            </a:r>
            <a:r>
              <a:rPr lang="en-US" sz="2000" dirty="0"/>
              <a:t> in an interface.</a:t>
            </a:r>
          </a:p>
          <a:p>
            <a:pPr marL="285750" indent="-285750" algn="just">
              <a:spcBef>
                <a:spcPts val="0"/>
              </a:spcBef>
              <a:spcAft>
                <a:spcPts val="600"/>
              </a:spcAft>
              <a:buFont typeface="Arial"/>
              <a:buChar char="•"/>
              <a:defRPr/>
            </a:pPr>
            <a:r>
              <a:rPr lang="en-US" sz="2000" dirty="0"/>
              <a:t>A class implements an interface, thereby inheriting the abstract methods of the interface.</a:t>
            </a:r>
          </a:p>
          <a:p>
            <a:pPr lvl="1" algn="just">
              <a:spcAft>
                <a:spcPts val="600"/>
              </a:spcAft>
              <a:buFont typeface="Arial"/>
              <a:buChar char="•"/>
              <a:defRPr/>
            </a:pPr>
            <a:r>
              <a:rPr lang="en-US" sz="1800" dirty="0"/>
              <a:t>The class that implements interface must implement all the methods of that interface</a:t>
            </a:r>
          </a:p>
        </p:txBody>
      </p:sp>
    </p:spTree>
    <p:extLst>
      <p:ext uri="{BB962C8B-B14F-4D97-AF65-F5344CB8AC3E}">
        <p14:creationId xmlns:p14="http://schemas.microsoft.com/office/powerpoint/2010/main" val="34834082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8474" y="194456"/>
            <a:ext cx="7556313" cy="1116106"/>
          </a:xfrm>
        </p:spPr>
        <p:txBody>
          <a:bodyPr/>
          <a:lstStyle/>
          <a:p>
            <a:r>
              <a:rPr lang="en-US" dirty="0"/>
              <a:t>Interfaces</a:t>
            </a:r>
          </a:p>
        </p:txBody>
      </p:sp>
      <p:sp>
        <p:nvSpPr>
          <p:cNvPr id="5" name="Rectangle 4"/>
          <p:cNvSpPr/>
          <p:nvPr/>
        </p:nvSpPr>
        <p:spPr>
          <a:xfrm>
            <a:off x="259798" y="1268760"/>
            <a:ext cx="8738481" cy="5186035"/>
          </a:xfrm>
          <a:prstGeom prst="rect">
            <a:avLst/>
          </a:prstGeom>
          <a:solidFill>
            <a:schemeClr val="bg1"/>
          </a:solidFill>
        </p:spPr>
        <p:txBody>
          <a:bodyPr wrap="square">
            <a:spAutoFit/>
          </a:bodyPr>
          <a:lstStyle/>
          <a:p>
            <a:pPr marL="285750" indent="-285750" algn="just" latinLnBrk="0">
              <a:spcBef>
                <a:spcPts val="0"/>
              </a:spcBef>
              <a:spcAft>
                <a:spcPts val="600"/>
              </a:spcAft>
              <a:buFont typeface="Arial"/>
              <a:buChar char="•"/>
              <a:defRPr/>
            </a:pPr>
            <a:r>
              <a:rPr lang="en-US" dirty="0">
                <a:latin typeface="Bookman Old Style" pitchFamily="18" charset="0"/>
              </a:rPr>
              <a:t>An interface is similar to a class in the following ways:</a:t>
            </a:r>
          </a:p>
          <a:p>
            <a:pPr marL="742950" lvl="1" indent="-285750" algn="just" latinLnBrk="0">
              <a:spcAft>
                <a:spcPts val="600"/>
              </a:spcAft>
              <a:buFont typeface="Arial"/>
              <a:buChar char="•"/>
              <a:defRPr/>
            </a:pPr>
            <a:r>
              <a:rPr lang="en-US" dirty="0">
                <a:latin typeface="Bookman Old Style" pitchFamily="18" charset="0"/>
              </a:rPr>
              <a:t>An interface can contain any number of methods.</a:t>
            </a:r>
          </a:p>
          <a:p>
            <a:pPr marL="742950" lvl="1" indent="-285750" algn="just" latinLnBrk="0">
              <a:spcAft>
                <a:spcPts val="600"/>
              </a:spcAft>
              <a:buFont typeface="Arial"/>
              <a:buChar char="•"/>
              <a:defRPr/>
            </a:pPr>
            <a:r>
              <a:rPr lang="en-US" dirty="0">
                <a:latin typeface="Bookman Old Style" pitchFamily="18" charset="0"/>
              </a:rPr>
              <a:t>An interface is written in a file with a .java extension, with the name of the interface matching the name of the file.</a:t>
            </a:r>
          </a:p>
          <a:p>
            <a:pPr marL="742950" lvl="1" indent="-285750" algn="just" latinLnBrk="0">
              <a:spcAft>
                <a:spcPts val="600"/>
              </a:spcAft>
              <a:buFont typeface="Arial"/>
              <a:buChar char="•"/>
              <a:defRPr/>
            </a:pPr>
            <a:r>
              <a:rPr lang="en-US" dirty="0">
                <a:latin typeface="Bookman Old Style" pitchFamily="18" charset="0"/>
              </a:rPr>
              <a:t>The byte code of an interface appears in a .class file.</a:t>
            </a:r>
          </a:p>
          <a:p>
            <a:pPr marL="742950" lvl="1" indent="-285750" algn="just" latinLnBrk="0">
              <a:spcAft>
                <a:spcPts val="600"/>
              </a:spcAft>
              <a:buFont typeface="Arial"/>
              <a:buChar char="•"/>
              <a:defRPr/>
            </a:pPr>
            <a:r>
              <a:rPr lang="en-US" dirty="0">
                <a:latin typeface="Bookman Old Style" pitchFamily="18" charset="0"/>
              </a:rPr>
              <a:t>Interfaces appear in packages, and their corresponding </a:t>
            </a:r>
            <a:r>
              <a:rPr lang="en-US" dirty="0" err="1">
                <a:latin typeface="Bookman Old Style" pitchFamily="18" charset="0"/>
              </a:rPr>
              <a:t>bytecode</a:t>
            </a:r>
            <a:r>
              <a:rPr lang="en-US" dirty="0">
                <a:latin typeface="Bookman Old Style" pitchFamily="18" charset="0"/>
              </a:rPr>
              <a:t> file must be in a directory structure that matches the package name.</a:t>
            </a:r>
          </a:p>
          <a:p>
            <a:pPr marL="285750" indent="-285750" algn="just" latinLnBrk="0">
              <a:buFont typeface="Arial"/>
              <a:buChar char="•"/>
            </a:pPr>
            <a:r>
              <a:rPr lang="en-US" dirty="0">
                <a:latin typeface="Bookman Old Style" pitchFamily="18" charset="0"/>
              </a:rPr>
              <a:t>However, an interface is different from a class in several ways, including:</a:t>
            </a:r>
          </a:p>
          <a:p>
            <a:pPr marL="742950" lvl="1" indent="-285750" algn="just" latinLnBrk="0">
              <a:buFont typeface="Arial"/>
              <a:buChar char="•"/>
            </a:pPr>
            <a:r>
              <a:rPr lang="en-US" dirty="0">
                <a:latin typeface="Bookman Old Style" pitchFamily="18" charset="0"/>
              </a:rPr>
              <a:t>You cannot instantiate an interface. </a:t>
            </a:r>
          </a:p>
          <a:p>
            <a:pPr marL="742950" lvl="1" indent="-285750" algn="just" latinLnBrk="0">
              <a:buFont typeface="Arial"/>
              <a:buChar char="•"/>
            </a:pPr>
            <a:r>
              <a:rPr lang="en-US" dirty="0">
                <a:latin typeface="Bookman Old Style" pitchFamily="18" charset="0"/>
              </a:rPr>
              <a:t>An interface does not contain any constructors.</a:t>
            </a:r>
          </a:p>
          <a:p>
            <a:pPr marL="742950" lvl="1" indent="-285750" algn="just" latinLnBrk="0">
              <a:buFont typeface="Arial"/>
              <a:buChar char="•"/>
            </a:pPr>
            <a:r>
              <a:rPr lang="en-US" dirty="0">
                <a:latin typeface="Bookman Old Style" pitchFamily="18" charset="0"/>
              </a:rPr>
              <a:t>All of the methods in an interface are abstract.</a:t>
            </a:r>
          </a:p>
          <a:p>
            <a:pPr marL="742950" lvl="1" indent="-285750" algn="just" latinLnBrk="0">
              <a:buFont typeface="Arial"/>
              <a:buChar char="•"/>
            </a:pPr>
            <a:r>
              <a:rPr lang="en-US" dirty="0">
                <a:latin typeface="Bookman Old Style" pitchFamily="18" charset="0"/>
              </a:rPr>
              <a:t>An interface cannot contain instance fields. The only fields that can appear in an interface must be declared both static and final.</a:t>
            </a:r>
          </a:p>
          <a:p>
            <a:pPr marL="742950" lvl="1" indent="-285750" algn="just" latinLnBrk="0">
              <a:buFont typeface="Arial"/>
              <a:buChar char="•"/>
            </a:pPr>
            <a:r>
              <a:rPr lang="en-US" dirty="0">
                <a:latin typeface="Bookman Old Style" pitchFamily="18" charset="0"/>
              </a:rPr>
              <a:t>An interface is not extended by a class; it is implemented by a class.</a:t>
            </a:r>
          </a:p>
          <a:p>
            <a:pPr marL="742950" lvl="1" indent="-285750" algn="just" latinLnBrk="0">
              <a:buFont typeface="Arial"/>
              <a:buChar char="•"/>
            </a:pPr>
            <a:r>
              <a:rPr lang="en-US" dirty="0">
                <a:latin typeface="Bookman Old Style" pitchFamily="18" charset="0"/>
              </a:rPr>
              <a:t>One class can implement multiple interfaces.</a:t>
            </a:r>
          </a:p>
          <a:p>
            <a:pPr marL="285750" indent="-285750" algn="just" latinLnBrk="0">
              <a:buFont typeface="Arial"/>
              <a:buChar char="•"/>
            </a:pPr>
            <a:r>
              <a:rPr lang="en-US" b="1" dirty="0">
                <a:latin typeface="Bookman Old Style" pitchFamily="18" charset="0"/>
              </a:rPr>
              <a:t>Interface allows you to fully utilize the “one interface, multiple methods” aspect of polymorphism.</a:t>
            </a:r>
          </a:p>
        </p:txBody>
      </p:sp>
    </p:spTree>
    <p:extLst>
      <p:ext uri="{BB962C8B-B14F-4D97-AF65-F5344CB8AC3E}">
        <p14:creationId xmlns:p14="http://schemas.microsoft.com/office/powerpoint/2010/main" val="25217433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533400" y="884832"/>
            <a:ext cx="7315200" cy="3348330"/>
          </a:xfrm>
          <a:prstGeom prst="rect">
            <a:avLst/>
          </a:prstGeom>
          <a:solidFill>
            <a:srgbClr val="FF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Bookman Old Style" pitchFamily="18" charset="0"/>
            </a:endParaRPr>
          </a:p>
        </p:txBody>
      </p:sp>
      <p:sp>
        <p:nvSpPr>
          <p:cNvPr id="3" name="Title 2"/>
          <p:cNvSpPr>
            <a:spLocks noGrp="1"/>
          </p:cNvSpPr>
          <p:nvPr>
            <p:ph type="title"/>
          </p:nvPr>
        </p:nvSpPr>
        <p:spPr>
          <a:xfrm>
            <a:off x="498474" y="205596"/>
            <a:ext cx="7556313" cy="1116106"/>
          </a:xfrm>
        </p:spPr>
        <p:txBody>
          <a:bodyPr>
            <a:normAutofit fontScale="90000"/>
          </a:bodyPr>
          <a:lstStyle/>
          <a:p>
            <a:r>
              <a:rPr lang="en-US" dirty="0"/>
              <a:t>Defining an Interface</a:t>
            </a:r>
            <a:br>
              <a:rPr lang="en-US" dirty="0"/>
            </a:br>
            <a:endParaRPr lang="en-US" dirty="0"/>
          </a:p>
        </p:txBody>
      </p:sp>
      <p:sp>
        <p:nvSpPr>
          <p:cNvPr id="5" name="Rectangle 4"/>
          <p:cNvSpPr/>
          <p:nvPr/>
        </p:nvSpPr>
        <p:spPr>
          <a:xfrm>
            <a:off x="1057365" y="1141001"/>
            <a:ext cx="6682987" cy="2862322"/>
          </a:xfrm>
          <a:prstGeom prst="rect">
            <a:avLst/>
          </a:prstGeom>
        </p:spPr>
        <p:txBody>
          <a:bodyPr wrap="square">
            <a:spAutoFit/>
          </a:bodyPr>
          <a:lstStyle/>
          <a:p>
            <a:r>
              <a:rPr lang="en-US" dirty="0">
                <a:latin typeface="Bookman Old Style" pitchFamily="18" charset="0"/>
              </a:rPr>
              <a:t>interface </a:t>
            </a:r>
            <a:r>
              <a:rPr lang="en-US" dirty="0" err="1">
                <a:latin typeface="Bookman Old Style" pitchFamily="18" charset="0"/>
              </a:rPr>
              <a:t>InterfaceName</a:t>
            </a:r>
            <a:endParaRPr lang="en-US" dirty="0">
              <a:latin typeface="Bookman Old Style" pitchFamily="18" charset="0"/>
            </a:endParaRPr>
          </a:p>
          <a:p>
            <a:r>
              <a:rPr lang="en-US" dirty="0">
                <a:latin typeface="Bookman Old Style" pitchFamily="18" charset="0"/>
              </a:rPr>
              <a:t>{</a:t>
            </a:r>
          </a:p>
          <a:p>
            <a:r>
              <a:rPr lang="en-US" dirty="0">
                <a:latin typeface="Bookman Old Style" pitchFamily="18" charset="0"/>
              </a:rPr>
              <a:t>   /* All the methods are public abstract by default</a:t>
            </a:r>
          </a:p>
          <a:p>
            <a:r>
              <a:rPr lang="en-US" dirty="0">
                <a:latin typeface="Bookman Old Style" pitchFamily="18" charset="0"/>
              </a:rPr>
              <a:t>    * Note down that these methods are not having body</a:t>
            </a:r>
          </a:p>
          <a:p>
            <a:r>
              <a:rPr lang="en-US" dirty="0">
                <a:latin typeface="Bookman Old Style" pitchFamily="18" charset="0"/>
              </a:rPr>
              <a:t>    */</a:t>
            </a:r>
          </a:p>
          <a:p>
            <a:r>
              <a:rPr lang="en-US" dirty="0">
                <a:latin typeface="Bookman Old Style" pitchFamily="18" charset="0"/>
              </a:rPr>
              <a:t> //Any number of final, static fields</a:t>
            </a:r>
          </a:p>
          <a:p>
            <a:r>
              <a:rPr lang="en-US" dirty="0">
                <a:latin typeface="Bookman Old Style" pitchFamily="18" charset="0"/>
              </a:rPr>
              <a:t>//Any number of abstract method declarations</a:t>
            </a:r>
          </a:p>
          <a:p>
            <a:r>
              <a:rPr lang="en-US" dirty="0">
                <a:latin typeface="Bookman Old Style" pitchFamily="18" charset="0"/>
              </a:rPr>
              <a:t>   public void method1();</a:t>
            </a:r>
          </a:p>
          <a:p>
            <a:r>
              <a:rPr lang="en-US" dirty="0">
                <a:latin typeface="Bookman Old Style" pitchFamily="18" charset="0"/>
              </a:rPr>
              <a:t>   public void method2();</a:t>
            </a:r>
          </a:p>
          <a:p>
            <a:r>
              <a:rPr lang="en-US" dirty="0">
                <a:latin typeface="Bookman Old Style" pitchFamily="18" charset="0"/>
              </a:rPr>
              <a:t>}</a:t>
            </a:r>
          </a:p>
        </p:txBody>
      </p:sp>
    </p:spTree>
    <p:extLst>
      <p:ext uri="{BB962C8B-B14F-4D97-AF65-F5344CB8AC3E}">
        <p14:creationId xmlns:p14="http://schemas.microsoft.com/office/powerpoint/2010/main" val="13895066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0103" y="188640"/>
            <a:ext cx="7556313" cy="1116106"/>
          </a:xfrm>
        </p:spPr>
        <p:txBody>
          <a:bodyPr>
            <a:normAutofit fontScale="90000"/>
          </a:bodyPr>
          <a:lstStyle/>
          <a:p>
            <a:r>
              <a:rPr lang="en-US" dirty="0"/>
              <a:t>Implementing Interfaces</a:t>
            </a:r>
            <a:br>
              <a:rPr lang="en-US" dirty="0"/>
            </a:br>
            <a:endParaRPr lang="en-US" dirty="0"/>
          </a:p>
        </p:txBody>
      </p:sp>
      <p:sp>
        <p:nvSpPr>
          <p:cNvPr id="3" name="Rectangle 2"/>
          <p:cNvSpPr/>
          <p:nvPr/>
        </p:nvSpPr>
        <p:spPr>
          <a:xfrm>
            <a:off x="152398" y="1255400"/>
            <a:ext cx="8884097" cy="2677656"/>
          </a:xfrm>
          <a:prstGeom prst="rect">
            <a:avLst/>
          </a:prstGeom>
          <a:solidFill>
            <a:srgbClr val="FFFFFF"/>
          </a:solidFill>
        </p:spPr>
        <p:txBody>
          <a:bodyPr wrap="square">
            <a:spAutoFit/>
          </a:bodyPr>
          <a:lstStyle/>
          <a:p>
            <a:pPr marL="285750" indent="-285750" algn="just" latinLnBrk="0">
              <a:buFont typeface="Arial"/>
              <a:buChar char="•"/>
            </a:pPr>
            <a:r>
              <a:rPr lang="en-US" sz="2400" dirty="0">
                <a:latin typeface="Bookman Old Style" pitchFamily="18" charset="0"/>
              </a:rPr>
              <a:t>Once an </a:t>
            </a:r>
            <a:r>
              <a:rPr lang="en-US" sz="2400" b="1" dirty="0">
                <a:latin typeface="Bookman Old Style" pitchFamily="18" charset="0"/>
              </a:rPr>
              <a:t>interface </a:t>
            </a:r>
            <a:r>
              <a:rPr lang="en-US" sz="2400" dirty="0">
                <a:latin typeface="Bookman Old Style" pitchFamily="18" charset="0"/>
              </a:rPr>
              <a:t>has been defined, one or more classes can implement that interface. </a:t>
            </a:r>
          </a:p>
          <a:p>
            <a:pPr marL="285750" indent="-285750" algn="just" latinLnBrk="0">
              <a:buFont typeface="Arial"/>
              <a:buChar char="•"/>
            </a:pPr>
            <a:r>
              <a:rPr lang="en-US" sz="2400" dirty="0">
                <a:latin typeface="Bookman Old Style" pitchFamily="18" charset="0"/>
              </a:rPr>
              <a:t>To implement an interface, include the </a:t>
            </a:r>
            <a:r>
              <a:rPr lang="en-US" sz="2400" b="1" dirty="0">
                <a:latin typeface="Bookman Old Style" pitchFamily="18" charset="0"/>
              </a:rPr>
              <a:t>implements </a:t>
            </a:r>
            <a:r>
              <a:rPr lang="en-US" sz="2400" dirty="0">
                <a:latin typeface="Bookman Old Style" pitchFamily="18" charset="0"/>
              </a:rPr>
              <a:t>clause in a class definition, and then create the methods defined by the interface. </a:t>
            </a:r>
          </a:p>
          <a:p>
            <a:pPr marL="285750" indent="-285750" algn="just" latinLnBrk="0">
              <a:buFont typeface="Arial"/>
              <a:buChar char="•"/>
            </a:pPr>
            <a:r>
              <a:rPr lang="en-US" sz="2400" dirty="0">
                <a:latin typeface="Bookman Old Style" pitchFamily="18" charset="0"/>
              </a:rPr>
              <a:t>The general form of a class that includes the </a:t>
            </a:r>
            <a:r>
              <a:rPr lang="en-US" sz="2400" b="1" dirty="0">
                <a:latin typeface="Bookman Old Style" pitchFamily="18" charset="0"/>
              </a:rPr>
              <a:t>implements </a:t>
            </a:r>
            <a:r>
              <a:rPr lang="en-US" sz="2400" dirty="0">
                <a:latin typeface="Bookman Old Style" pitchFamily="18" charset="0"/>
              </a:rPr>
              <a:t>clause looks like this:</a:t>
            </a:r>
          </a:p>
        </p:txBody>
      </p:sp>
      <p:pic>
        <p:nvPicPr>
          <p:cNvPr id="1126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552" y="4293096"/>
            <a:ext cx="8229600" cy="1115878"/>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86301430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251520" y="260648"/>
            <a:ext cx="8229600" cy="4525433"/>
          </a:xfrm>
        </p:spPr>
        <p:txBody>
          <a:bodyPr/>
          <a:lstStyle/>
          <a:p>
            <a:pPr marL="0" indent="0">
              <a:buNone/>
            </a:pPr>
            <a:r>
              <a:rPr lang="en-US" dirty="0">
                <a:solidFill>
                  <a:srgbClr val="FF0000"/>
                </a:solidFill>
              </a:rPr>
              <a:t>Example 5.4. </a:t>
            </a:r>
            <a:r>
              <a:rPr lang="en-US" dirty="0"/>
              <a:t>Simple Program implementing Interface</a:t>
            </a:r>
          </a:p>
        </p:txBody>
      </p:sp>
      <p:sp>
        <p:nvSpPr>
          <p:cNvPr id="4" name="Rectangle 3"/>
          <p:cNvSpPr/>
          <p:nvPr/>
        </p:nvSpPr>
        <p:spPr>
          <a:xfrm>
            <a:off x="467544" y="908720"/>
            <a:ext cx="7128792" cy="5355312"/>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b="1" dirty="0">
                <a:latin typeface="Bookman Old Style" pitchFamily="18" charset="0"/>
              </a:rPr>
              <a:t>interface</a:t>
            </a:r>
            <a:r>
              <a:rPr lang="en-US" dirty="0">
                <a:latin typeface="Bookman Old Style" pitchFamily="18" charset="0"/>
              </a:rPr>
              <a:t> Callback {</a:t>
            </a:r>
          </a:p>
          <a:p>
            <a:r>
              <a:rPr lang="en-US" dirty="0">
                <a:latin typeface="Bookman Old Style" pitchFamily="18" charset="0"/>
              </a:rPr>
              <a:t>void </a:t>
            </a:r>
            <a:r>
              <a:rPr lang="en-US" b="1" dirty="0">
                <a:latin typeface="Bookman Old Style" pitchFamily="18" charset="0"/>
              </a:rPr>
              <a:t>callback</a:t>
            </a:r>
            <a:r>
              <a:rPr lang="en-US" dirty="0">
                <a:latin typeface="Bookman Old Style" pitchFamily="18" charset="0"/>
              </a:rPr>
              <a:t>(</a:t>
            </a:r>
            <a:r>
              <a:rPr lang="en-US" dirty="0" err="1">
                <a:latin typeface="Bookman Old Style" pitchFamily="18" charset="0"/>
              </a:rPr>
              <a:t>int</a:t>
            </a:r>
            <a:r>
              <a:rPr lang="en-US" dirty="0">
                <a:latin typeface="Bookman Old Style" pitchFamily="18" charset="0"/>
              </a:rPr>
              <a:t> </a:t>
            </a:r>
            <a:r>
              <a:rPr lang="en-US" dirty="0" err="1">
                <a:latin typeface="Bookman Old Style" pitchFamily="18" charset="0"/>
              </a:rPr>
              <a:t>param</a:t>
            </a:r>
            <a:r>
              <a:rPr lang="en-US" dirty="0">
                <a:latin typeface="Bookman Old Style" pitchFamily="18" charset="0"/>
              </a:rPr>
              <a:t>);</a:t>
            </a:r>
          </a:p>
          <a:p>
            <a:r>
              <a:rPr lang="en-US" dirty="0">
                <a:latin typeface="Bookman Old Style" pitchFamily="18" charset="0"/>
              </a:rPr>
              <a:t>} </a:t>
            </a:r>
          </a:p>
          <a:p>
            <a:r>
              <a:rPr lang="en-US" dirty="0">
                <a:latin typeface="Bookman Old Style" pitchFamily="18" charset="0"/>
              </a:rPr>
              <a:t>class Client </a:t>
            </a:r>
            <a:r>
              <a:rPr lang="en-US" b="1" dirty="0">
                <a:latin typeface="Bookman Old Style" pitchFamily="18" charset="0"/>
              </a:rPr>
              <a:t>implements</a:t>
            </a:r>
            <a:r>
              <a:rPr lang="en-US" dirty="0">
                <a:latin typeface="Bookman Old Style" pitchFamily="18" charset="0"/>
              </a:rPr>
              <a:t> Callback {</a:t>
            </a:r>
          </a:p>
          <a:p>
            <a:r>
              <a:rPr lang="en-US" dirty="0">
                <a:solidFill>
                  <a:srgbClr val="0000CC"/>
                </a:solidFill>
                <a:latin typeface="Bookman Old Style" pitchFamily="18" charset="0"/>
              </a:rPr>
              <a:t>// Implement Callback's interface</a:t>
            </a:r>
          </a:p>
          <a:p>
            <a:r>
              <a:rPr lang="en-US" dirty="0">
                <a:latin typeface="Bookman Old Style" pitchFamily="18" charset="0"/>
              </a:rPr>
              <a:t>public void </a:t>
            </a:r>
            <a:r>
              <a:rPr lang="en-US" b="1" dirty="0">
                <a:latin typeface="Bookman Old Style" pitchFamily="18" charset="0"/>
              </a:rPr>
              <a:t>callback</a:t>
            </a:r>
            <a:r>
              <a:rPr lang="en-US" dirty="0">
                <a:latin typeface="Bookman Old Style" pitchFamily="18" charset="0"/>
              </a:rPr>
              <a:t>(</a:t>
            </a:r>
            <a:r>
              <a:rPr lang="en-US" dirty="0" err="1">
                <a:latin typeface="Bookman Old Style" pitchFamily="18" charset="0"/>
              </a:rPr>
              <a:t>int</a:t>
            </a:r>
            <a:r>
              <a:rPr lang="en-US" dirty="0">
                <a:latin typeface="Bookman Old Style" pitchFamily="18" charset="0"/>
              </a:rPr>
              <a:t> p) {</a:t>
            </a:r>
          </a:p>
          <a:p>
            <a:r>
              <a:rPr lang="en-US" dirty="0" err="1">
                <a:latin typeface="Bookman Old Style" pitchFamily="18" charset="0"/>
              </a:rPr>
              <a:t>System.out.println</a:t>
            </a:r>
            <a:r>
              <a:rPr lang="en-US" dirty="0">
                <a:latin typeface="Bookman Old Style" pitchFamily="18" charset="0"/>
              </a:rPr>
              <a:t>("callback called with " + p);</a:t>
            </a:r>
          </a:p>
          <a:p>
            <a:r>
              <a:rPr lang="en-US" dirty="0">
                <a:latin typeface="Bookman Old Style" pitchFamily="18" charset="0"/>
              </a:rPr>
              <a:t>}</a:t>
            </a:r>
          </a:p>
          <a:p>
            <a:r>
              <a:rPr lang="en-US" dirty="0">
                <a:latin typeface="Bookman Old Style" pitchFamily="18" charset="0"/>
              </a:rPr>
              <a:t>void </a:t>
            </a:r>
            <a:r>
              <a:rPr lang="en-US" dirty="0" err="1">
                <a:latin typeface="Bookman Old Style" pitchFamily="18" charset="0"/>
              </a:rPr>
              <a:t>nonIfaceMeth</a:t>
            </a:r>
            <a:r>
              <a:rPr lang="en-US" dirty="0">
                <a:latin typeface="Bookman Old Style" pitchFamily="18" charset="0"/>
              </a:rPr>
              <a:t>() {</a:t>
            </a:r>
          </a:p>
          <a:p>
            <a:r>
              <a:rPr lang="en-US" dirty="0" err="1">
                <a:latin typeface="Bookman Old Style" pitchFamily="18" charset="0"/>
              </a:rPr>
              <a:t>System.out.println</a:t>
            </a:r>
            <a:r>
              <a:rPr lang="en-US" dirty="0">
                <a:latin typeface="Bookman Old Style" pitchFamily="18" charset="0"/>
              </a:rPr>
              <a:t>("Classes that implement interfaces " +</a:t>
            </a:r>
          </a:p>
          <a:p>
            <a:r>
              <a:rPr lang="en-US" dirty="0">
                <a:latin typeface="Bookman Old Style" pitchFamily="18" charset="0"/>
              </a:rPr>
              <a:t>"may also define other members, too.");</a:t>
            </a:r>
          </a:p>
          <a:p>
            <a:r>
              <a:rPr lang="en-US" dirty="0">
                <a:latin typeface="Bookman Old Style" pitchFamily="18" charset="0"/>
              </a:rPr>
              <a:t>}</a:t>
            </a:r>
          </a:p>
          <a:p>
            <a:r>
              <a:rPr lang="en-US" dirty="0">
                <a:latin typeface="Bookman Old Style" pitchFamily="18" charset="0"/>
              </a:rPr>
              <a:t>}</a:t>
            </a:r>
          </a:p>
          <a:p>
            <a:r>
              <a:rPr lang="en-US" dirty="0">
                <a:latin typeface="Bookman Old Style" pitchFamily="18" charset="0"/>
              </a:rPr>
              <a:t>class </a:t>
            </a:r>
            <a:r>
              <a:rPr lang="en-US" dirty="0" err="1">
                <a:latin typeface="Bookman Old Style" pitchFamily="18" charset="0"/>
              </a:rPr>
              <a:t>TestIface</a:t>
            </a:r>
            <a:r>
              <a:rPr lang="en-US" dirty="0">
                <a:latin typeface="Bookman Old Style" pitchFamily="18" charset="0"/>
              </a:rPr>
              <a:t> {</a:t>
            </a:r>
          </a:p>
          <a:p>
            <a:r>
              <a:rPr lang="en-US" dirty="0">
                <a:latin typeface="Bookman Old Style" pitchFamily="18" charset="0"/>
              </a:rPr>
              <a:t>public static void main(String </a:t>
            </a:r>
            <a:r>
              <a:rPr lang="en-US" dirty="0" err="1">
                <a:latin typeface="Bookman Old Style" pitchFamily="18" charset="0"/>
              </a:rPr>
              <a:t>args</a:t>
            </a:r>
            <a:r>
              <a:rPr lang="en-US" dirty="0">
                <a:latin typeface="Bookman Old Style" pitchFamily="18" charset="0"/>
              </a:rPr>
              <a:t>[]) {</a:t>
            </a:r>
          </a:p>
          <a:p>
            <a:r>
              <a:rPr lang="en-US" dirty="0">
                <a:latin typeface="Bookman Old Style" pitchFamily="18" charset="0"/>
              </a:rPr>
              <a:t>Callback c = new Client();</a:t>
            </a:r>
          </a:p>
          <a:p>
            <a:r>
              <a:rPr lang="en-US" dirty="0" err="1">
                <a:latin typeface="Bookman Old Style" pitchFamily="18" charset="0"/>
              </a:rPr>
              <a:t>c.callback</a:t>
            </a:r>
            <a:r>
              <a:rPr lang="en-US" dirty="0">
                <a:latin typeface="Bookman Old Style" pitchFamily="18" charset="0"/>
              </a:rPr>
              <a:t>(42);</a:t>
            </a:r>
          </a:p>
          <a:p>
            <a:r>
              <a:rPr lang="en-US" dirty="0">
                <a:latin typeface="Bookman Old Style" pitchFamily="18" charset="0"/>
              </a:rPr>
              <a:t>}</a:t>
            </a:r>
          </a:p>
          <a:p>
            <a:r>
              <a:rPr lang="en-US" dirty="0">
                <a:latin typeface="Bookman Old Style" pitchFamily="18" charset="0"/>
              </a:rPr>
              <a:t>}</a:t>
            </a:r>
          </a:p>
        </p:txBody>
      </p:sp>
      <p:sp>
        <p:nvSpPr>
          <p:cNvPr id="5" name="Rectangle 4"/>
          <p:cNvSpPr/>
          <p:nvPr/>
        </p:nvSpPr>
        <p:spPr>
          <a:xfrm>
            <a:off x="6211982" y="5940866"/>
            <a:ext cx="2768707" cy="6463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a:spAutoFit/>
          </a:bodyPr>
          <a:lstStyle/>
          <a:p>
            <a:pPr algn="ctr"/>
            <a:r>
              <a:rPr lang="en-US" dirty="0">
                <a:latin typeface="Bookman Old Style" pitchFamily="18" charset="0"/>
              </a:rPr>
              <a:t>Output</a:t>
            </a:r>
          </a:p>
          <a:p>
            <a:r>
              <a:rPr lang="en-US" dirty="0">
                <a:latin typeface="Bookman Old Style" pitchFamily="18" charset="0"/>
              </a:rPr>
              <a:t>callback called with 42</a:t>
            </a:r>
          </a:p>
        </p:txBody>
      </p:sp>
    </p:spTree>
    <p:extLst>
      <p:ext uri="{BB962C8B-B14F-4D97-AF65-F5344CB8AC3E}">
        <p14:creationId xmlns:p14="http://schemas.microsoft.com/office/powerpoint/2010/main" val="20141743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512" y="332657"/>
            <a:ext cx="8229600" cy="576064"/>
          </a:xfrm>
        </p:spPr>
        <p:txBody>
          <a:bodyPr>
            <a:normAutofit fontScale="92500"/>
          </a:bodyPr>
          <a:lstStyle/>
          <a:p>
            <a:pPr marL="0" indent="0">
              <a:buNone/>
            </a:pPr>
            <a:r>
              <a:rPr lang="en-US" dirty="0">
                <a:solidFill>
                  <a:srgbClr val="FF0000"/>
                </a:solidFill>
              </a:rPr>
              <a:t>Example 5.5. </a:t>
            </a:r>
            <a:r>
              <a:rPr lang="en-US" dirty="0"/>
              <a:t>Another implementation of Callback Interface</a:t>
            </a:r>
          </a:p>
          <a:p>
            <a:endParaRPr lang="en-US" dirty="0"/>
          </a:p>
        </p:txBody>
      </p:sp>
      <p:sp>
        <p:nvSpPr>
          <p:cNvPr id="4" name="Rectangle 3"/>
          <p:cNvSpPr/>
          <p:nvPr/>
        </p:nvSpPr>
        <p:spPr>
          <a:xfrm>
            <a:off x="395536" y="1196752"/>
            <a:ext cx="8424936" cy="4524315"/>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r>
              <a:rPr lang="en-US" dirty="0">
                <a:latin typeface="Bookman Old Style" pitchFamily="18" charset="0"/>
              </a:rPr>
              <a:t>class </a:t>
            </a:r>
            <a:r>
              <a:rPr lang="en-US" dirty="0" err="1">
                <a:latin typeface="Bookman Old Style" pitchFamily="18" charset="0"/>
              </a:rPr>
              <a:t>AnotherClient</a:t>
            </a:r>
            <a:r>
              <a:rPr lang="en-US" dirty="0">
                <a:latin typeface="Bookman Old Style" pitchFamily="18" charset="0"/>
              </a:rPr>
              <a:t> </a:t>
            </a:r>
            <a:r>
              <a:rPr lang="en-US" b="1" dirty="0">
                <a:latin typeface="Bookman Old Style" pitchFamily="18" charset="0"/>
              </a:rPr>
              <a:t>implements</a:t>
            </a:r>
            <a:r>
              <a:rPr lang="en-US" dirty="0">
                <a:latin typeface="Bookman Old Style" pitchFamily="18" charset="0"/>
              </a:rPr>
              <a:t> Callback {</a:t>
            </a:r>
          </a:p>
          <a:p>
            <a:r>
              <a:rPr lang="en-US" dirty="0">
                <a:solidFill>
                  <a:srgbClr val="0000CC"/>
                </a:solidFill>
                <a:latin typeface="Bookman Old Style" pitchFamily="18" charset="0"/>
              </a:rPr>
              <a:t>// Implement Callback's interface</a:t>
            </a:r>
          </a:p>
          <a:p>
            <a:r>
              <a:rPr lang="en-US" dirty="0">
                <a:latin typeface="Bookman Old Style" pitchFamily="18" charset="0"/>
              </a:rPr>
              <a:t>public void </a:t>
            </a:r>
            <a:r>
              <a:rPr lang="en-US" b="1" dirty="0">
                <a:latin typeface="Bookman Old Style" pitchFamily="18" charset="0"/>
              </a:rPr>
              <a:t>callback</a:t>
            </a:r>
            <a:r>
              <a:rPr lang="en-US" dirty="0">
                <a:latin typeface="Bookman Old Style" pitchFamily="18" charset="0"/>
              </a:rPr>
              <a:t>(</a:t>
            </a:r>
            <a:r>
              <a:rPr lang="en-US" dirty="0" err="1">
                <a:latin typeface="Bookman Old Style" pitchFamily="18" charset="0"/>
              </a:rPr>
              <a:t>int</a:t>
            </a:r>
            <a:r>
              <a:rPr lang="en-US" dirty="0">
                <a:latin typeface="Bookman Old Style" pitchFamily="18" charset="0"/>
              </a:rPr>
              <a:t> p) {</a:t>
            </a:r>
          </a:p>
          <a:p>
            <a:r>
              <a:rPr lang="en-US" dirty="0" err="1">
                <a:latin typeface="Bookman Old Style" pitchFamily="18" charset="0"/>
              </a:rPr>
              <a:t>System.out.println</a:t>
            </a:r>
            <a:r>
              <a:rPr lang="en-US" dirty="0">
                <a:latin typeface="Bookman Old Style" pitchFamily="18" charset="0"/>
              </a:rPr>
              <a:t>("Another version of callback");</a:t>
            </a:r>
          </a:p>
          <a:p>
            <a:r>
              <a:rPr lang="en-US" dirty="0" err="1">
                <a:latin typeface="Bookman Old Style" pitchFamily="18" charset="0"/>
              </a:rPr>
              <a:t>System.out.println</a:t>
            </a:r>
            <a:r>
              <a:rPr lang="en-US" dirty="0">
                <a:latin typeface="Bookman Old Style" pitchFamily="18" charset="0"/>
              </a:rPr>
              <a:t>("p squared is " + (p*p));</a:t>
            </a:r>
          </a:p>
          <a:p>
            <a:r>
              <a:rPr lang="en-US" dirty="0">
                <a:latin typeface="Bookman Old Style" pitchFamily="18" charset="0"/>
              </a:rPr>
              <a:t>}</a:t>
            </a:r>
          </a:p>
          <a:p>
            <a:r>
              <a:rPr lang="en-US" dirty="0">
                <a:latin typeface="Bookman Old Style" pitchFamily="18" charset="0"/>
              </a:rPr>
              <a:t>}</a:t>
            </a:r>
          </a:p>
          <a:p>
            <a:r>
              <a:rPr lang="en-US" dirty="0">
                <a:latin typeface="Bookman Old Style" pitchFamily="18" charset="0"/>
              </a:rPr>
              <a:t> class TestIface2 {</a:t>
            </a:r>
          </a:p>
          <a:p>
            <a:r>
              <a:rPr lang="en-US" dirty="0">
                <a:latin typeface="Bookman Old Style" pitchFamily="18" charset="0"/>
              </a:rPr>
              <a:t>public static void main(String </a:t>
            </a:r>
            <a:r>
              <a:rPr lang="en-US" dirty="0" err="1">
                <a:latin typeface="Bookman Old Style" pitchFamily="18" charset="0"/>
              </a:rPr>
              <a:t>args</a:t>
            </a:r>
            <a:r>
              <a:rPr lang="en-US" dirty="0">
                <a:latin typeface="Bookman Old Style" pitchFamily="18" charset="0"/>
              </a:rPr>
              <a:t>[]) {</a:t>
            </a:r>
          </a:p>
          <a:p>
            <a:r>
              <a:rPr lang="en-US" dirty="0">
                <a:latin typeface="Bookman Old Style" pitchFamily="18" charset="0"/>
              </a:rPr>
              <a:t>Callback c = new Client();</a:t>
            </a:r>
          </a:p>
          <a:p>
            <a:r>
              <a:rPr lang="en-US" dirty="0" err="1">
                <a:latin typeface="Bookman Old Style" pitchFamily="18" charset="0"/>
              </a:rPr>
              <a:t>AnotherClient</a:t>
            </a:r>
            <a:r>
              <a:rPr lang="en-US" dirty="0">
                <a:latin typeface="Bookman Old Style" pitchFamily="18" charset="0"/>
              </a:rPr>
              <a:t> </a:t>
            </a:r>
            <a:r>
              <a:rPr lang="en-US" dirty="0" err="1">
                <a:latin typeface="Bookman Old Style" pitchFamily="18" charset="0"/>
              </a:rPr>
              <a:t>ob</a:t>
            </a:r>
            <a:r>
              <a:rPr lang="en-US" dirty="0">
                <a:latin typeface="Bookman Old Style" pitchFamily="18" charset="0"/>
              </a:rPr>
              <a:t> = new </a:t>
            </a:r>
            <a:r>
              <a:rPr lang="en-US" dirty="0" err="1">
                <a:latin typeface="Bookman Old Style" pitchFamily="18" charset="0"/>
              </a:rPr>
              <a:t>AnotherClient</a:t>
            </a:r>
            <a:r>
              <a:rPr lang="en-US" dirty="0">
                <a:latin typeface="Bookman Old Style" pitchFamily="18" charset="0"/>
              </a:rPr>
              <a:t>();</a:t>
            </a:r>
          </a:p>
          <a:p>
            <a:r>
              <a:rPr lang="en-US" dirty="0" err="1">
                <a:latin typeface="Bookman Old Style" pitchFamily="18" charset="0"/>
              </a:rPr>
              <a:t>c.callback</a:t>
            </a:r>
            <a:r>
              <a:rPr lang="en-US" dirty="0">
                <a:latin typeface="Bookman Old Style" pitchFamily="18" charset="0"/>
              </a:rPr>
              <a:t>(42);</a:t>
            </a:r>
          </a:p>
          <a:p>
            <a:r>
              <a:rPr lang="en-US" dirty="0">
                <a:latin typeface="Bookman Old Style" pitchFamily="18" charset="0"/>
              </a:rPr>
              <a:t>c = </a:t>
            </a:r>
            <a:r>
              <a:rPr lang="en-US" dirty="0" err="1">
                <a:latin typeface="Bookman Old Style" pitchFamily="18" charset="0"/>
              </a:rPr>
              <a:t>ob</a:t>
            </a:r>
            <a:r>
              <a:rPr lang="en-US" dirty="0">
                <a:latin typeface="Bookman Old Style" pitchFamily="18" charset="0"/>
              </a:rPr>
              <a:t>; </a:t>
            </a:r>
            <a:r>
              <a:rPr lang="en-US" b="1" dirty="0">
                <a:solidFill>
                  <a:srgbClr val="0000CC"/>
                </a:solidFill>
                <a:latin typeface="Bookman Old Style" pitchFamily="18" charset="0"/>
              </a:rPr>
              <a:t>// c now refers to </a:t>
            </a:r>
            <a:r>
              <a:rPr lang="en-US" b="1" dirty="0" err="1">
                <a:solidFill>
                  <a:srgbClr val="0000CC"/>
                </a:solidFill>
                <a:latin typeface="Bookman Old Style" pitchFamily="18" charset="0"/>
              </a:rPr>
              <a:t>AnotherClient</a:t>
            </a:r>
            <a:r>
              <a:rPr lang="en-US" b="1" dirty="0">
                <a:solidFill>
                  <a:srgbClr val="0000CC"/>
                </a:solidFill>
                <a:latin typeface="Bookman Old Style" pitchFamily="18" charset="0"/>
              </a:rPr>
              <a:t> object</a:t>
            </a:r>
          </a:p>
          <a:p>
            <a:r>
              <a:rPr lang="en-US" dirty="0" err="1">
                <a:latin typeface="Bookman Old Style" pitchFamily="18" charset="0"/>
              </a:rPr>
              <a:t>c.callback</a:t>
            </a:r>
            <a:r>
              <a:rPr lang="en-US" dirty="0">
                <a:latin typeface="Bookman Old Style" pitchFamily="18" charset="0"/>
              </a:rPr>
              <a:t>(42);</a:t>
            </a:r>
          </a:p>
          <a:p>
            <a:r>
              <a:rPr lang="en-US" dirty="0">
                <a:latin typeface="Bookman Old Style" pitchFamily="18" charset="0"/>
              </a:rPr>
              <a:t>}</a:t>
            </a:r>
          </a:p>
          <a:p>
            <a:r>
              <a:rPr lang="en-US" dirty="0">
                <a:latin typeface="Bookman Old Style" pitchFamily="18" charset="0"/>
              </a:rPr>
              <a:t>}</a:t>
            </a:r>
          </a:p>
        </p:txBody>
      </p:sp>
      <p:sp>
        <p:nvSpPr>
          <p:cNvPr id="7" name="Rectangle 6"/>
          <p:cNvSpPr/>
          <p:nvPr/>
        </p:nvSpPr>
        <p:spPr>
          <a:xfrm>
            <a:off x="5508104" y="5259402"/>
            <a:ext cx="3456384" cy="12003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n-US" dirty="0">
                <a:latin typeface="Bookman Old Style" pitchFamily="18" charset="0"/>
              </a:rPr>
              <a:t>Output</a:t>
            </a:r>
          </a:p>
          <a:p>
            <a:r>
              <a:rPr lang="en-US" dirty="0">
                <a:latin typeface="Bookman Old Style" pitchFamily="18" charset="0"/>
              </a:rPr>
              <a:t>callback called with 42</a:t>
            </a:r>
          </a:p>
          <a:p>
            <a:r>
              <a:rPr lang="en-US" dirty="0">
                <a:latin typeface="Bookman Old Style" pitchFamily="18" charset="0"/>
              </a:rPr>
              <a:t>Another version of callback</a:t>
            </a:r>
          </a:p>
          <a:p>
            <a:r>
              <a:rPr lang="en-US" dirty="0">
                <a:latin typeface="Bookman Old Style" pitchFamily="18" charset="0"/>
              </a:rPr>
              <a:t>p squared is 1764</a:t>
            </a:r>
          </a:p>
        </p:txBody>
      </p:sp>
    </p:spTree>
    <p:extLst>
      <p:ext uri="{BB962C8B-B14F-4D97-AF65-F5344CB8AC3E}">
        <p14:creationId xmlns:p14="http://schemas.microsoft.com/office/powerpoint/2010/main" val="67705965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504" y="275167"/>
            <a:ext cx="9036496" cy="1143000"/>
          </a:xfrm>
        </p:spPr>
        <p:txBody>
          <a:bodyPr>
            <a:normAutofit/>
          </a:bodyPr>
          <a:lstStyle/>
          <a:p>
            <a:r>
              <a:rPr lang="en-US" sz="3200" dirty="0"/>
              <a:t>Relationship between classes and interfaces</a:t>
            </a:r>
            <a:br>
              <a:rPr lang="en-US" sz="3200" dirty="0"/>
            </a:br>
            <a:endParaRPr lang="en-US" sz="3200" dirty="0"/>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6035" y="1556792"/>
            <a:ext cx="6984776" cy="33740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467543" y="4604935"/>
            <a:ext cx="7813267" cy="1200329"/>
          </a:xfrm>
          <a:prstGeom prst="rect">
            <a:avLst/>
          </a:prstGeom>
        </p:spPr>
        <p:txBody>
          <a:bodyPr wrap="square">
            <a:spAutoFit/>
          </a:bodyPr>
          <a:lstStyle/>
          <a:p>
            <a:pPr marL="285750" indent="-285750">
              <a:buFont typeface="Wingdings" pitchFamily="2" charset="2"/>
              <a:buChar char="§"/>
            </a:pPr>
            <a:r>
              <a:rPr lang="en-US" sz="2400" dirty="0">
                <a:latin typeface="Bookman Old Style" pitchFamily="18" charset="0"/>
              </a:rPr>
              <a:t>A class extends another class</a:t>
            </a:r>
          </a:p>
          <a:p>
            <a:pPr marL="285750" indent="-285750">
              <a:buFont typeface="Wingdings" pitchFamily="2" charset="2"/>
              <a:buChar char="§"/>
            </a:pPr>
            <a:r>
              <a:rPr lang="en-US" sz="2400" dirty="0">
                <a:latin typeface="Bookman Old Style" pitchFamily="18" charset="0"/>
              </a:rPr>
              <a:t>An interface extends another interface, </a:t>
            </a:r>
          </a:p>
          <a:p>
            <a:pPr marL="285750" indent="-285750">
              <a:buFont typeface="Wingdings" pitchFamily="2" charset="2"/>
              <a:buChar char="§"/>
            </a:pPr>
            <a:r>
              <a:rPr lang="en-US" sz="2400" dirty="0">
                <a:latin typeface="Bookman Old Style" pitchFamily="18" charset="0"/>
              </a:rPr>
              <a:t>But a </a:t>
            </a:r>
            <a:r>
              <a:rPr lang="en-US" sz="2400" b="1" dirty="0">
                <a:latin typeface="Bookman Old Style" pitchFamily="18" charset="0"/>
              </a:rPr>
              <a:t>class implements an interface</a:t>
            </a:r>
            <a:r>
              <a:rPr lang="en-US" sz="2400" dirty="0">
                <a:latin typeface="Bookman Old Style" pitchFamily="18" charset="0"/>
              </a:rPr>
              <a:t>.</a:t>
            </a:r>
          </a:p>
        </p:txBody>
      </p:sp>
    </p:spTree>
    <p:extLst>
      <p:ext uri="{BB962C8B-B14F-4D97-AF65-F5344CB8AC3E}">
        <p14:creationId xmlns:p14="http://schemas.microsoft.com/office/powerpoint/2010/main" val="35204188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0" dirty="0"/>
              <a:t>Multiple inheritance in Java by interface</a:t>
            </a:r>
            <a:br>
              <a:rPr lang="en-US" b="0" dirty="0"/>
            </a:br>
            <a:endParaRPr lang="en-US" dirty="0"/>
          </a:p>
        </p:txBody>
      </p:sp>
      <p:pic>
        <p:nvPicPr>
          <p:cNvPr id="7170" name="Picture 2" descr=" multiple inheritance in java"/>
          <p:cNvPicPr>
            <a:picLocks noChangeAspect="1" noChangeArrowheads="1"/>
          </p:cNvPicPr>
          <p:nvPr/>
        </p:nvPicPr>
        <p:blipFill rotWithShape="1">
          <a:blip r:embed="rId2">
            <a:extLst>
              <a:ext uri="{28A0092B-C50C-407E-A947-70E740481C1C}">
                <a14:useLocalDpi xmlns:a14="http://schemas.microsoft.com/office/drawing/2010/main" val="0"/>
              </a:ext>
            </a:extLst>
          </a:blip>
          <a:srcRect b="21464"/>
          <a:stretch/>
        </p:blipFill>
        <p:spPr bwMode="auto">
          <a:xfrm>
            <a:off x="605463" y="1916832"/>
            <a:ext cx="7704856" cy="240706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467544" y="4797152"/>
            <a:ext cx="8424936" cy="1107996"/>
          </a:xfrm>
          <a:prstGeom prst="rect">
            <a:avLst/>
          </a:prstGeom>
        </p:spPr>
        <p:txBody>
          <a:bodyPr wrap="square">
            <a:spAutoFit/>
          </a:bodyPr>
          <a:lstStyle/>
          <a:p>
            <a:pPr marL="285750" indent="-285750" algn="just" latinLnBrk="0">
              <a:buFont typeface="Wingdings" pitchFamily="2" charset="2"/>
              <a:buChar char="§"/>
            </a:pPr>
            <a:r>
              <a:rPr lang="en-US" sz="2200" dirty="0">
                <a:latin typeface="Bookman Old Style" pitchFamily="18" charset="0"/>
              </a:rPr>
              <a:t>If a class implements multiple interfaces, or an interface extends multiple interfaces, it is known as multiple inheritance.</a:t>
            </a:r>
          </a:p>
        </p:txBody>
      </p:sp>
    </p:spTree>
    <p:extLst>
      <p:ext uri="{BB962C8B-B14F-4D97-AF65-F5344CB8AC3E}">
        <p14:creationId xmlns:p14="http://schemas.microsoft.com/office/powerpoint/2010/main" val="1395764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
        <p:nvSpPr>
          <p:cNvPr id="4" name="Rectangle 3"/>
          <p:cNvSpPr/>
          <p:nvPr/>
        </p:nvSpPr>
        <p:spPr>
          <a:xfrm>
            <a:off x="395536" y="836712"/>
            <a:ext cx="8013576" cy="5493812"/>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50000"/>
              </a:lnSpc>
            </a:pPr>
            <a:r>
              <a:rPr lang="en-US" b="1" dirty="0">
                <a:latin typeface="Bookman Old Style" pitchFamily="18" charset="0"/>
              </a:rPr>
              <a:t>interface</a:t>
            </a:r>
            <a:r>
              <a:rPr lang="en-US" dirty="0">
                <a:latin typeface="Bookman Old Style" pitchFamily="18" charset="0"/>
              </a:rPr>
              <a:t> Printable{  </a:t>
            </a:r>
          </a:p>
          <a:p>
            <a:pPr>
              <a:lnSpc>
                <a:spcPct val="150000"/>
              </a:lnSpc>
            </a:pPr>
            <a:r>
              <a:rPr lang="en-US" b="1" dirty="0">
                <a:latin typeface="Bookman Old Style" pitchFamily="18" charset="0"/>
              </a:rPr>
              <a:t>void</a:t>
            </a:r>
            <a:r>
              <a:rPr lang="en-US" dirty="0">
                <a:latin typeface="Bookman Old Style" pitchFamily="18" charset="0"/>
              </a:rPr>
              <a:t> print();  </a:t>
            </a:r>
          </a:p>
          <a:p>
            <a:pPr>
              <a:lnSpc>
                <a:spcPct val="150000"/>
              </a:lnSpc>
            </a:pPr>
            <a:r>
              <a:rPr lang="en-US" dirty="0">
                <a:latin typeface="Bookman Old Style" pitchFamily="18" charset="0"/>
              </a:rPr>
              <a:t>}  </a:t>
            </a:r>
          </a:p>
          <a:p>
            <a:pPr>
              <a:lnSpc>
                <a:spcPct val="150000"/>
              </a:lnSpc>
            </a:pPr>
            <a:r>
              <a:rPr lang="en-US" b="1" dirty="0">
                <a:latin typeface="Bookman Old Style" pitchFamily="18" charset="0"/>
              </a:rPr>
              <a:t>interface</a:t>
            </a:r>
            <a:r>
              <a:rPr lang="en-US" dirty="0">
                <a:latin typeface="Bookman Old Style" pitchFamily="18" charset="0"/>
              </a:rPr>
              <a:t> Showable{  </a:t>
            </a:r>
          </a:p>
          <a:p>
            <a:pPr>
              <a:lnSpc>
                <a:spcPct val="150000"/>
              </a:lnSpc>
            </a:pPr>
            <a:r>
              <a:rPr lang="en-US" b="1" dirty="0">
                <a:latin typeface="Bookman Old Style" pitchFamily="18" charset="0"/>
              </a:rPr>
              <a:t>void</a:t>
            </a:r>
            <a:r>
              <a:rPr lang="en-US" dirty="0">
                <a:latin typeface="Bookman Old Style" pitchFamily="18" charset="0"/>
              </a:rPr>
              <a:t> print();  </a:t>
            </a:r>
          </a:p>
          <a:p>
            <a:pPr>
              <a:lnSpc>
                <a:spcPct val="150000"/>
              </a:lnSpc>
            </a:pPr>
            <a:r>
              <a:rPr lang="en-US" dirty="0">
                <a:latin typeface="Bookman Old Style" pitchFamily="18" charset="0"/>
              </a:rPr>
              <a:t>}  </a:t>
            </a:r>
          </a:p>
          <a:p>
            <a:pPr>
              <a:lnSpc>
                <a:spcPct val="150000"/>
              </a:lnSpc>
            </a:pPr>
            <a:r>
              <a:rPr lang="en-US" b="1" dirty="0">
                <a:latin typeface="Bookman Old Style" pitchFamily="18" charset="0"/>
              </a:rPr>
              <a:t>class</a:t>
            </a:r>
            <a:r>
              <a:rPr lang="en-US" dirty="0">
                <a:latin typeface="Bookman Old Style" pitchFamily="18" charset="0"/>
              </a:rPr>
              <a:t> </a:t>
            </a:r>
            <a:r>
              <a:rPr lang="en-US" dirty="0" err="1">
                <a:latin typeface="Bookman Old Style" pitchFamily="18" charset="0"/>
              </a:rPr>
              <a:t>TestInterface</a:t>
            </a:r>
            <a:r>
              <a:rPr lang="en-US" dirty="0">
                <a:latin typeface="Bookman Old Style" pitchFamily="18" charset="0"/>
              </a:rPr>
              <a:t> </a:t>
            </a:r>
            <a:r>
              <a:rPr lang="en-US" b="1" dirty="0">
                <a:latin typeface="Bookman Old Style" pitchFamily="18" charset="0"/>
              </a:rPr>
              <a:t>implements</a:t>
            </a:r>
            <a:r>
              <a:rPr lang="en-US" dirty="0">
                <a:latin typeface="Bookman Old Style" pitchFamily="18" charset="0"/>
              </a:rPr>
              <a:t> Printable, Showable{  </a:t>
            </a:r>
          </a:p>
          <a:p>
            <a:pPr lvl="1">
              <a:lnSpc>
                <a:spcPct val="150000"/>
              </a:lnSpc>
            </a:pPr>
            <a:r>
              <a:rPr lang="en-US" b="1" dirty="0">
                <a:latin typeface="Bookman Old Style" pitchFamily="18" charset="0"/>
              </a:rPr>
              <a:t>public</a:t>
            </a:r>
            <a:r>
              <a:rPr lang="en-US" dirty="0">
                <a:latin typeface="Bookman Old Style" pitchFamily="18" charset="0"/>
              </a:rPr>
              <a:t> </a:t>
            </a:r>
            <a:r>
              <a:rPr lang="en-US" b="1" dirty="0">
                <a:latin typeface="Bookman Old Style" pitchFamily="18" charset="0"/>
              </a:rPr>
              <a:t>void</a:t>
            </a:r>
            <a:r>
              <a:rPr lang="en-US" dirty="0">
                <a:latin typeface="Bookman Old Style" pitchFamily="18" charset="0"/>
              </a:rPr>
              <a:t> print(){</a:t>
            </a:r>
            <a:r>
              <a:rPr lang="en-US" dirty="0" err="1">
                <a:latin typeface="Bookman Old Style" pitchFamily="18" charset="0"/>
              </a:rPr>
              <a:t>System.out.println</a:t>
            </a:r>
            <a:r>
              <a:rPr lang="en-US" dirty="0">
                <a:latin typeface="Bookman Old Style" pitchFamily="18" charset="0"/>
              </a:rPr>
              <a:t>("Hello");}  </a:t>
            </a:r>
          </a:p>
          <a:p>
            <a:pPr lvl="1">
              <a:lnSpc>
                <a:spcPct val="150000"/>
              </a:lnSpc>
            </a:pPr>
            <a:r>
              <a:rPr lang="en-US" b="1" dirty="0">
                <a:latin typeface="Bookman Old Style" pitchFamily="18" charset="0"/>
              </a:rPr>
              <a:t>public</a:t>
            </a:r>
            <a:r>
              <a:rPr lang="en-US" dirty="0">
                <a:latin typeface="Bookman Old Style" pitchFamily="18" charset="0"/>
              </a:rPr>
              <a:t> </a:t>
            </a:r>
            <a:r>
              <a:rPr lang="en-US" b="1" dirty="0">
                <a:latin typeface="Bookman Old Style" pitchFamily="18" charset="0"/>
              </a:rPr>
              <a:t>static</a:t>
            </a:r>
            <a:r>
              <a:rPr lang="en-US" dirty="0">
                <a:latin typeface="Bookman Old Style" pitchFamily="18" charset="0"/>
              </a:rPr>
              <a:t> </a:t>
            </a:r>
            <a:r>
              <a:rPr lang="en-US" b="1" dirty="0">
                <a:latin typeface="Bookman Old Style" pitchFamily="18" charset="0"/>
              </a:rPr>
              <a:t>void</a:t>
            </a:r>
            <a:r>
              <a:rPr lang="en-US" dirty="0">
                <a:latin typeface="Bookman Old Style" pitchFamily="18" charset="0"/>
              </a:rPr>
              <a:t> main(String </a:t>
            </a:r>
            <a:r>
              <a:rPr lang="en-US" dirty="0" err="1">
                <a:latin typeface="Bookman Old Style" pitchFamily="18" charset="0"/>
              </a:rPr>
              <a:t>args</a:t>
            </a:r>
            <a:r>
              <a:rPr lang="en-US" dirty="0">
                <a:latin typeface="Bookman Old Style" pitchFamily="18" charset="0"/>
              </a:rPr>
              <a:t>[]){  </a:t>
            </a:r>
          </a:p>
          <a:p>
            <a:pPr lvl="1">
              <a:lnSpc>
                <a:spcPct val="150000"/>
              </a:lnSpc>
            </a:pPr>
            <a:r>
              <a:rPr lang="en-US" dirty="0" err="1">
                <a:latin typeface="Bookman Old Style" pitchFamily="18" charset="0"/>
              </a:rPr>
              <a:t>TestInterface</a:t>
            </a:r>
            <a:r>
              <a:rPr lang="en-US" dirty="0">
                <a:latin typeface="Bookman Old Style" pitchFamily="18" charset="0"/>
              </a:rPr>
              <a:t> </a:t>
            </a:r>
            <a:r>
              <a:rPr lang="en-US" dirty="0" err="1">
                <a:latin typeface="Bookman Old Style" pitchFamily="18" charset="0"/>
              </a:rPr>
              <a:t>obj</a:t>
            </a:r>
            <a:r>
              <a:rPr lang="en-US" dirty="0">
                <a:latin typeface="Bookman Old Style" pitchFamily="18" charset="0"/>
              </a:rPr>
              <a:t> = </a:t>
            </a:r>
            <a:r>
              <a:rPr lang="en-US" b="1" dirty="0">
                <a:latin typeface="Bookman Old Style" pitchFamily="18" charset="0"/>
              </a:rPr>
              <a:t>new</a:t>
            </a:r>
            <a:r>
              <a:rPr lang="en-US" dirty="0">
                <a:latin typeface="Bookman Old Style" pitchFamily="18" charset="0"/>
              </a:rPr>
              <a:t> </a:t>
            </a:r>
            <a:r>
              <a:rPr lang="en-US" dirty="0" err="1">
                <a:latin typeface="Bookman Old Style" pitchFamily="18" charset="0"/>
              </a:rPr>
              <a:t>TestInterface</a:t>
            </a:r>
            <a:r>
              <a:rPr lang="en-US" dirty="0">
                <a:latin typeface="Bookman Old Style" pitchFamily="18" charset="0"/>
              </a:rPr>
              <a:t>();  </a:t>
            </a:r>
          </a:p>
          <a:p>
            <a:pPr lvl="1">
              <a:lnSpc>
                <a:spcPct val="150000"/>
              </a:lnSpc>
            </a:pPr>
            <a:r>
              <a:rPr lang="en-US" dirty="0" err="1">
                <a:latin typeface="Bookman Old Style" pitchFamily="18" charset="0"/>
              </a:rPr>
              <a:t>obj.print</a:t>
            </a:r>
            <a:r>
              <a:rPr lang="en-US" dirty="0">
                <a:latin typeface="Bookman Old Style" pitchFamily="18" charset="0"/>
              </a:rPr>
              <a:t>();  </a:t>
            </a:r>
          </a:p>
          <a:p>
            <a:pPr lvl="1">
              <a:lnSpc>
                <a:spcPct val="150000"/>
              </a:lnSpc>
            </a:pPr>
            <a:r>
              <a:rPr lang="en-US" dirty="0">
                <a:latin typeface="Bookman Old Style" pitchFamily="18" charset="0"/>
              </a:rPr>
              <a:t> }  </a:t>
            </a:r>
          </a:p>
          <a:p>
            <a:pPr>
              <a:lnSpc>
                <a:spcPct val="150000"/>
              </a:lnSpc>
            </a:pPr>
            <a:r>
              <a:rPr lang="en-US" dirty="0">
                <a:latin typeface="Bookman Old Style" pitchFamily="18" charset="0"/>
              </a:rPr>
              <a:t>}  </a:t>
            </a:r>
          </a:p>
        </p:txBody>
      </p:sp>
      <p:sp>
        <p:nvSpPr>
          <p:cNvPr id="5" name="Content Placeholder 2"/>
          <p:cNvSpPr txBox="1">
            <a:spLocks/>
          </p:cNvSpPr>
          <p:nvPr/>
        </p:nvSpPr>
        <p:spPr>
          <a:xfrm>
            <a:off x="179512" y="332657"/>
            <a:ext cx="8229600" cy="576064"/>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200" kern="1200">
                <a:solidFill>
                  <a:schemeClr val="tx1"/>
                </a:solidFill>
                <a:latin typeface="Bookman Old Style" pitchFamily="18" charset="0"/>
                <a:ea typeface="+mn-ea"/>
                <a:cs typeface="+mn-cs"/>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Bookman Old Style" pitchFamily="18" charset="0"/>
                <a:ea typeface="+mn-ea"/>
                <a:cs typeface="+mn-cs"/>
              </a:defRPr>
            </a:lvl2pPr>
            <a:lvl3pPr marL="1143000" indent="-228600" algn="l" defTabSz="914400" rtl="0" eaLnBrk="1" latinLnBrk="0" hangingPunct="1">
              <a:spcBef>
                <a:spcPct val="20000"/>
              </a:spcBef>
              <a:buFont typeface="Arial" pitchFamily="34" charset="0"/>
              <a:buChar char="•"/>
              <a:defRPr sz="1800" kern="1200">
                <a:solidFill>
                  <a:schemeClr val="tx1"/>
                </a:solidFill>
                <a:latin typeface="Bookman Old Style" pitchFamily="18" charset="0"/>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Bookman Old Style" pitchFamily="18" charset="0"/>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Bookman Old Style" pitchFamily="18"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US" dirty="0">
                <a:solidFill>
                  <a:srgbClr val="FF0000"/>
                </a:solidFill>
              </a:rPr>
              <a:t>Example 5.6. </a:t>
            </a:r>
            <a:r>
              <a:rPr lang="en-US" dirty="0"/>
              <a:t>Multiple inheritance by Interfaces</a:t>
            </a:r>
          </a:p>
          <a:p>
            <a:endParaRPr lang="en-US" dirty="0"/>
          </a:p>
        </p:txBody>
      </p:sp>
    </p:spTree>
    <p:extLst>
      <p:ext uri="{BB962C8B-B14F-4D97-AF65-F5344CB8AC3E}">
        <p14:creationId xmlns:p14="http://schemas.microsoft.com/office/powerpoint/2010/main" val="45627357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6461" y="172177"/>
            <a:ext cx="7556313" cy="1116106"/>
          </a:xfrm>
        </p:spPr>
        <p:txBody>
          <a:bodyPr>
            <a:normAutofit fontScale="90000"/>
          </a:bodyPr>
          <a:lstStyle/>
          <a:p>
            <a:r>
              <a:rPr lang="en-US" dirty="0"/>
              <a:t>Extending Interfaces</a:t>
            </a:r>
            <a:br>
              <a:rPr lang="en-US" dirty="0"/>
            </a:br>
            <a:endParaRPr lang="en-US" dirty="0"/>
          </a:p>
        </p:txBody>
      </p:sp>
      <p:sp>
        <p:nvSpPr>
          <p:cNvPr id="4" name="Rectangle 3"/>
          <p:cNvSpPr/>
          <p:nvPr/>
        </p:nvSpPr>
        <p:spPr>
          <a:xfrm>
            <a:off x="243087" y="1017244"/>
            <a:ext cx="5985097" cy="5262979"/>
          </a:xfrm>
          <a:prstGeom prst="rect">
            <a:avLst/>
          </a:prstGeom>
        </p:spPr>
        <p:txBody>
          <a:bodyPr wrap="square">
            <a:spAutoFit/>
          </a:bodyPr>
          <a:lstStyle/>
          <a:p>
            <a:r>
              <a:rPr lang="en-US" sz="1600" dirty="0">
                <a:latin typeface="Bookman Old Style" pitchFamily="18" charset="0"/>
              </a:rPr>
              <a:t>// One interface can extend another.</a:t>
            </a:r>
          </a:p>
          <a:p>
            <a:r>
              <a:rPr lang="en-US" sz="1600" b="1" dirty="0">
                <a:latin typeface="Bookman Old Style" pitchFamily="18" charset="0"/>
              </a:rPr>
              <a:t>interface A</a:t>
            </a:r>
            <a:r>
              <a:rPr lang="en-US" sz="1600" dirty="0">
                <a:latin typeface="Bookman Old Style" pitchFamily="18" charset="0"/>
              </a:rPr>
              <a:t> {</a:t>
            </a:r>
          </a:p>
          <a:p>
            <a:r>
              <a:rPr lang="en-US" sz="1600" dirty="0">
                <a:latin typeface="Bookman Old Style" pitchFamily="18" charset="0"/>
              </a:rPr>
              <a:t>void meth1();</a:t>
            </a:r>
          </a:p>
          <a:p>
            <a:r>
              <a:rPr lang="en-US" sz="1600" dirty="0">
                <a:latin typeface="Bookman Old Style" pitchFamily="18" charset="0"/>
              </a:rPr>
              <a:t>void meth2();</a:t>
            </a:r>
          </a:p>
          <a:p>
            <a:r>
              <a:rPr lang="en-US" sz="1600" dirty="0">
                <a:latin typeface="Bookman Old Style" pitchFamily="18" charset="0"/>
              </a:rPr>
              <a:t>}</a:t>
            </a:r>
          </a:p>
          <a:p>
            <a:r>
              <a:rPr lang="en-US" sz="1600" dirty="0">
                <a:latin typeface="Bookman Old Style" pitchFamily="18" charset="0"/>
              </a:rPr>
              <a:t>// B now includes meth1() and meth2() -- it adds meth3().</a:t>
            </a:r>
          </a:p>
          <a:p>
            <a:r>
              <a:rPr lang="en-US" sz="1600" b="1" dirty="0">
                <a:latin typeface="Bookman Old Style" pitchFamily="18" charset="0"/>
              </a:rPr>
              <a:t>interface B</a:t>
            </a:r>
            <a:r>
              <a:rPr lang="en-US" sz="1600" dirty="0">
                <a:latin typeface="Bookman Old Style" pitchFamily="18" charset="0"/>
              </a:rPr>
              <a:t> extends A {</a:t>
            </a:r>
          </a:p>
          <a:p>
            <a:r>
              <a:rPr lang="en-US" sz="1600" dirty="0">
                <a:latin typeface="Bookman Old Style" pitchFamily="18" charset="0"/>
              </a:rPr>
              <a:t>void meth3();</a:t>
            </a:r>
          </a:p>
          <a:p>
            <a:r>
              <a:rPr lang="en-US" sz="1600" dirty="0">
                <a:latin typeface="Bookman Old Style" pitchFamily="18" charset="0"/>
              </a:rPr>
              <a:t>}</a:t>
            </a:r>
          </a:p>
          <a:p>
            <a:r>
              <a:rPr lang="en-US" sz="1600" dirty="0">
                <a:latin typeface="Bookman Old Style" pitchFamily="18" charset="0"/>
              </a:rPr>
              <a:t>// This class must implement all of A and B</a:t>
            </a:r>
          </a:p>
          <a:p>
            <a:r>
              <a:rPr lang="en-US" sz="1600" dirty="0">
                <a:latin typeface="Bookman Old Style" pitchFamily="18" charset="0"/>
              </a:rPr>
              <a:t>class </a:t>
            </a:r>
            <a:r>
              <a:rPr lang="en-US" sz="1600" dirty="0" err="1">
                <a:latin typeface="Bookman Old Style" pitchFamily="18" charset="0"/>
              </a:rPr>
              <a:t>MyClass</a:t>
            </a:r>
            <a:r>
              <a:rPr lang="en-US" sz="1600" dirty="0">
                <a:latin typeface="Bookman Old Style" pitchFamily="18" charset="0"/>
              </a:rPr>
              <a:t> </a:t>
            </a:r>
            <a:r>
              <a:rPr lang="en-US" sz="1600" b="1" dirty="0">
                <a:latin typeface="Bookman Old Style" pitchFamily="18" charset="0"/>
              </a:rPr>
              <a:t>implements</a:t>
            </a:r>
            <a:r>
              <a:rPr lang="en-US" sz="1600" dirty="0">
                <a:latin typeface="Bookman Old Style" pitchFamily="18" charset="0"/>
              </a:rPr>
              <a:t> B {</a:t>
            </a:r>
          </a:p>
          <a:p>
            <a:r>
              <a:rPr lang="en-US" sz="1600" dirty="0">
                <a:latin typeface="Bookman Old Style" pitchFamily="18" charset="0"/>
              </a:rPr>
              <a:t>public void meth1() {</a:t>
            </a:r>
          </a:p>
          <a:p>
            <a:r>
              <a:rPr lang="en-US" sz="1600" dirty="0" err="1">
                <a:latin typeface="Bookman Old Style" pitchFamily="18" charset="0"/>
              </a:rPr>
              <a:t>System.out.println</a:t>
            </a:r>
            <a:r>
              <a:rPr lang="en-US" sz="1600" dirty="0">
                <a:latin typeface="Bookman Old Style" pitchFamily="18" charset="0"/>
              </a:rPr>
              <a:t>("Implement meth1().");</a:t>
            </a:r>
          </a:p>
          <a:p>
            <a:r>
              <a:rPr lang="en-US" sz="1600" dirty="0">
                <a:latin typeface="Bookman Old Style" pitchFamily="18" charset="0"/>
              </a:rPr>
              <a:t>}</a:t>
            </a:r>
          </a:p>
          <a:p>
            <a:r>
              <a:rPr lang="en-US" sz="1600" dirty="0">
                <a:latin typeface="Bookman Old Style" pitchFamily="18" charset="0"/>
              </a:rPr>
              <a:t>public void meth2() {</a:t>
            </a:r>
          </a:p>
          <a:p>
            <a:r>
              <a:rPr lang="en-US" sz="1600" dirty="0" err="1">
                <a:latin typeface="Bookman Old Style" pitchFamily="18" charset="0"/>
              </a:rPr>
              <a:t>System.out.println</a:t>
            </a:r>
            <a:r>
              <a:rPr lang="en-US" sz="1600" dirty="0">
                <a:latin typeface="Bookman Old Style" pitchFamily="18" charset="0"/>
              </a:rPr>
              <a:t>("Implement meth2().");</a:t>
            </a:r>
          </a:p>
          <a:p>
            <a:r>
              <a:rPr lang="en-US" sz="1600" dirty="0">
                <a:latin typeface="Bookman Old Style" pitchFamily="18" charset="0"/>
              </a:rPr>
              <a:t>}</a:t>
            </a:r>
          </a:p>
          <a:p>
            <a:r>
              <a:rPr lang="en-US" sz="1600" dirty="0">
                <a:latin typeface="Bookman Old Style" pitchFamily="18" charset="0"/>
              </a:rPr>
              <a:t>public void meth3() {</a:t>
            </a:r>
          </a:p>
          <a:p>
            <a:r>
              <a:rPr lang="en-US" sz="1600" dirty="0" err="1">
                <a:latin typeface="Bookman Old Style" pitchFamily="18" charset="0"/>
              </a:rPr>
              <a:t>System.out.println</a:t>
            </a:r>
            <a:r>
              <a:rPr lang="en-US" sz="1600" dirty="0">
                <a:latin typeface="Bookman Old Style" pitchFamily="18" charset="0"/>
              </a:rPr>
              <a:t>("Implement meth3().");</a:t>
            </a:r>
          </a:p>
          <a:p>
            <a:r>
              <a:rPr lang="en-US" sz="1600" dirty="0">
                <a:latin typeface="Bookman Old Style" pitchFamily="18" charset="0"/>
              </a:rPr>
              <a:t>}</a:t>
            </a:r>
          </a:p>
          <a:p>
            <a:r>
              <a:rPr lang="en-US" sz="1600" dirty="0">
                <a:latin typeface="Bookman Old Style" pitchFamily="18" charset="0"/>
              </a:rPr>
              <a:t>}</a:t>
            </a:r>
          </a:p>
        </p:txBody>
      </p:sp>
      <p:sp>
        <p:nvSpPr>
          <p:cNvPr id="5" name="Rectangle 4"/>
          <p:cNvSpPr/>
          <p:nvPr/>
        </p:nvSpPr>
        <p:spPr>
          <a:xfrm>
            <a:off x="4896544" y="4389339"/>
            <a:ext cx="4572000" cy="2308324"/>
          </a:xfrm>
          <a:prstGeom prst="rect">
            <a:avLst/>
          </a:prstGeom>
        </p:spPr>
        <p:txBody>
          <a:bodyPr>
            <a:spAutoFit/>
          </a:bodyPr>
          <a:lstStyle/>
          <a:p>
            <a:r>
              <a:rPr lang="en-US" dirty="0">
                <a:latin typeface="Bookman Old Style" pitchFamily="18" charset="0"/>
              </a:rPr>
              <a:t>class </a:t>
            </a:r>
            <a:r>
              <a:rPr lang="en-US" dirty="0" err="1">
                <a:latin typeface="Bookman Old Style" pitchFamily="18" charset="0"/>
              </a:rPr>
              <a:t>IFExtend</a:t>
            </a:r>
            <a:r>
              <a:rPr lang="en-US" dirty="0">
                <a:latin typeface="Bookman Old Style" pitchFamily="18" charset="0"/>
              </a:rPr>
              <a:t> {</a:t>
            </a:r>
          </a:p>
          <a:p>
            <a:r>
              <a:rPr lang="en-US" dirty="0">
                <a:latin typeface="Bookman Old Style" pitchFamily="18" charset="0"/>
              </a:rPr>
              <a:t>public static void main(String </a:t>
            </a:r>
            <a:r>
              <a:rPr lang="en-US" dirty="0" err="1">
                <a:latin typeface="Bookman Old Style" pitchFamily="18" charset="0"/>
              </a:rPr>
              <a:t>arg</a:t>
            </a:r>
            <a:r>
              <a:rPr lang="en-US" dirty="0">
                <a:latin typeface="Bookman Old Style" pitchFamily="18" charset="0"/>
              </a:rPr>
              <a:t>[]) {</a:t>
            </a:r>
          </a:p>
          <a:p>
            <a:r>
              <a:rPr lang="en-US" dirty="0" err="1">
                <a:latin typeface="Bookman Old Style" pitchFamily="18" charset="0"/>
              </a:rPr>
              <a:t>MyClass</a:t>
            </a:r>
            <a:r>
              <a:rPr lang="en-US" dirty="0">
                <a:latin typeface="Bookman Old Style" pitchFamily="18" charset="0"/>
              </a:rPr>
              <a:t> </a:t>
            </a:r>
            <a:r>
              <a:rPr lang="en-US" dirty="0" err="1">
                <a:latin typeface="Bookman Old Style" pitchFamily="18" charset="0"/>
              </a:rPr>
              <a:t>ob</a:t>
            </a:r>
            <a:r>
              <a:rPr lang="en-US" dirty="0">
                <a:latin typeface="Bookman Old Style" pitchFamily="18" charset="0"/>
              </a:rPr>
              <a:t> = new </a:t>
            </a:r>
            <a:r>
              <a:rPr lang="en-US" dirty="0" err="1">
                <a:latin typeface="Bookman Old Style" pitchFamily="18" charset="0"/>
              </a:rPr>
              <a:t>MyClass</a:t>
            </a:r>
            <a:r>
              <a:rPr lang="en-US" dirty="0">
                <a:latin typeface="Bookman Old Style" pitchFamily="18" charset="0"/>
              </a:rPr>
              <a:t>();</a:t>
            </a:r>
          </a:p>
          <a:p>
            <a:r>
              <a:rPr lang="en-US" dirty="0">
                <a:latin typeface="Bookman Old Style" pitchFamily="18" charset="0"/>
              </a:rPr>
              <a:t>ob.meth1();</a:t>
            </a:r>
          </a:p>
          <a:p>
            <a:r>
              <a:rPr lang="en-US" dirty="0">
                <a:latin typeface="Bookman Old Style" pitchFamily="18" charset="0"/>
              </a:rPr>
              <a:t>ob.meth2();</a:t>
            </a:r>
          </a:p>
          <a:p>
            <a:r>
              <a:rPr lang="en-US" dirty="0">
                <a:latin typeface="Bookman Old Style" pitchFamily="18" charset="0"/>
              </a:rPr>
              <a:t>ob.meth3();</a:t>
            </a:r>
          </a:p>
          <a:p>
            <a:r>
              <a:rPr lang="en-US" dirty="0">
                <a:latin typeface="Bookman Old Style" pitchFamily="18" charset="0"/>
              </a:rPr>
              <a:t>}</a:t>
            </a:r>
          </a:p>
          <a:p>
            <a:r>
              <a:rPr lang="en-US" dirty="0">
                <a:latin typeface="Bookman Old Style" pitchFamily="18" charset="0"/>
              </a:rPr>
              <a:t>}</a:t>
            </a:r>
          </a:p>
        </p:txBody>
      </p:sp>
      <p:cxnSp>
        <p:nvCxnSpPr>
          <p:cNvPr id="7" name="Curved Connector 6"/>
          <p:cNvCxnSpPr/>
          <p:nvPr/>
        </p:nvCxnSpPr>
        <p:spPr>
          <a:xfrm rot="5400000">
            <a:off x="3567021" y="2370233"/>
            <a:ext cx="5111747" cy="3863786"/>
          </a:xfrm>
          <a:prstGeom prst="curvedConnector3">
            <a:avLst>
              <a:gd name="adj1" fmla="val 37888"/>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0502627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8474" y="139700"/>
            <a:ext cx="7556313" cy="1116106"/>
          </a:xfrm>
        </p:spPr>
        <p:txBody>
          <a:bodyPr>
            <a:normAutofit/>
          </a:bodyPr>
          <a:lstStyle/>
          <a:p>
            <a:r>
              <a:rPr lang="en-US" sz="3600" dirty="0"/>
              <a:t>Key Points of Interfaces</a:t>
            </a:r>
          </a:p>
        </p:txBody>
      </p:sp>
      <p:sp>
        <p:nvSpPr>
          <p:cNvPr id="3" name="Content Placeholder 2"/>
          <p:cNvSpPr>
            <a:spLocks noGrp="1"/>
          </p:cNvSpPr>
          <p:nvPr>
            <p:ph idx="1"/>
          </p:nvPr>
        </p:nvSpPr>
        <p:spPr>
          <a:xfrm>
            <a:off x="349250" y="1127125"/>
            <a:ext cx="8543230" cy="5524499"/>
          </a:xfrm>
        </p:spPr>
        <p:txBody>
          <a:bodyPr>
            <a:normAutofit fontScale="92500"/>
          </a:bodyPr>
          <a:lstStyle/>
          <a:p>
            <a:pPr marL="514350" indent="-514350" algn="just">
              <a:buFont typeface="+mj-lt"/>
              <a:buAutoNum type="romanLcPeriod"/>
            </a:pPr>
            <a:r>
              <a:rPr lang="en-US" dirty="0"/>
              <a:t>We can’t instantiate an interface in java.</a:t>
            </a:r>
          </a:p>
          <a:p>
            <a:pPr marL="514350" indent="-514350" algn="just">
              <a:buFont typeface="+mj-lt"/>
              <a:buAutoNum type="romanLcPeriod"/>
            </a:pPr>
            <a:r>
              <a:rPr lang="en-US" dirty="0"/>
              <a:t>Interface provides complete abstraction as none of its methods can have body. On the other hand, abstract class provides partial abstraction as it can have abstract and concrete(methods with body) methods both.</a:t>
            </a:r>
          </a:p>
          <a:p>
            <a:pPr marL="514350" indent="-514350" algn="just">
              <a:buFont typeface="+mj-lt"/>
              <a:buAutoNum type="romanLcPeriod"/>
            </a:pPr>
            <a:r>
              <a:rPr lang="en-US" dirty="0"/>
              <a:t>implements keyword is used by classes to implement an interface.</a:t>
            </a:r>
          </a:p>
          <a:p>
            <a:pPr marL="514350" indent="-514350" algn="just">
              <a:buFont typeface="+mj-lt"/>
              <a:buAutoNum type="romanLcPeriod"/>
            </a:pPr>
            <a:r>
              <a:rPr lang="en-US" dirty="0"/>
              <a:t>While providing implementation in class of any method of an interface, it needs to be mentioned as public.</a:t>
            </a:r>
          </a:p>
          <a:p>
            <a:pPr marL="514350" indent="-514350" algn="just">
              <a:buFont typeface="+mj-lt"/>
              <a:buAutoNum type="romanLcPeriod"/>
            </a:pPr>
            <a:r>
              <a:rPr lang="en-US" dirty="0"/>
              <a:t>Class implementing any interface must implement all the methods, otherwise the class should be declared as “abstract”.</a:t>
            </a:r>
          </a:p>
          <a:p>
            <a:pPr marL="514350" indent="-514350" algn="just">
              <a:buFont typeface="+mj-lt"/>
              <a:buAutoNum type="romanLcPeriod"/>
            </a:pPr>
            <a:r>
              <a:rPr lang="en-US" dirty="0"/>
              <a:t>Interface cannot be declared as private or protected.</a:t>
            </a:r>
          </a:p>
          <a:p>
            <a:pPr marL="514350" indent="-514350" algn="just">
              <a:buFont typeface="+mj-lt"/>
              <a:buAutoNum type="romanLcPeriod"/>
            </a:pPr>
            <a:r>
              <a:rPr lang="en-US" dirty="0"/>
              <a:t>All the interface methods are by default abstract and public.</a:t>
            </a:r>
          </a:p>
          <a:p>
            <a:pPr marL="514350" indent="-514350" algn="just">
              <a:buFont typeface="+mj-lt"/>
              <a:buAutoNum type="romanLcPeriod"/>
            </a:pPr>
            <a:r>
              <a:rPr lang="en-US" dirty="0"/>
              <a:t>Variables declared in interface are public, static and final by default.</a:t>
            </a:r>
          </a:p>
          <a:p>
            <a:pPr marL="0" indent="0" algn="just">
              <a:buNone/>
            </a:pPr>
            <a:endParaRPr lang="en-US" dirty="0"/>
          </a:p>
          <a:p>
            <a:pPr marL="0" indent="0" algn="just">
              <a:buNone/>
            </a:pPr>
            <a:endParaRPr lang="en-US" dirty="0"/>
          </a:p>
        </p:txBody>
      </p:sp>
    </p:spTree>
    <p:extLst>
      <p:ext uri="{BB962C8B-B14F-4D97-AF65-F5344CB8AC3E}">
        <p14:creationId xmlns:p14="http://schemas.microsoft.com/office/powerpoint/2010/main" val="71297402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599" y="250825"/>
            <a:ext cx="8709026" cy="6257925"/>
          </a:xfrm>
          <a:solidFill>
            <a:srgbClr val="FFFFFF"/>
          </a:solidFill>
        </p:spPr>
        <p:txBody>
          <a:bodyPr>
            <a:normAutofit/>
          </a:bodyPr>
          <a:lstStyle/>
          <a:p>
            <a:pPr marL="0" indent="0">
              <a:buNone/>
            </a:pPr>
            <a:r>
              <a:rPr lang="en-US" dirty="0"/>
              <a:t>(ix) Interface variables must be initialized at the time of declaration otherwise compiler will through an error.</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dirty="0"/>
              <a:t>(x)Inside any implementation class, you cannot change the variables declared in interface because by default, they are public, static and final.</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dirty="0"/>
              <a:t> </a:t>
            </a:r>
          </a:p>
          <a:p>
            <a:pPr marL="0" indent="0">
              <a:buNone/>
            </a:pPr>
            <a:endParaRPr lang="en-US" dirty="0"/>
          </a:p>
        </p:txBody>
      </p:sp>
      <p:sp>
        <p:nvSpPr>
          <p:cNvPr id="5" name="Rectangle 4"/>
          <p:cNvSpPr/>
          <p:nvPr/>
        </p:nvSpPr>
        <p:spPr>
          <a:xfrm>
            <a:off x="1649592" y="1196752"/>
            <a:ext cx="4572000" cy="1200329"/>
          </a:xfrm>
          <a:prstGeom prst="rect">
            <a:avLst/>
          </a:prstGeom>
        </p:spPr>
        <p:txBody>
          <a:bodyPr>
            <a:spAutoFit/>
          </a:bodyPr>
          <a:lstStyle/>
          <a:p>
            <a:r>
              <a:rPr lang="en-US" dirty="0">
                <a:latin typeface="Bookman Old Style" pitchFamily="18" charset="0"/>
              </a:rPr>
              <a:t>interface Try</a:t>
            </a:r>
          </a:p>
          <a:p>
            <a:r>
              <a:rPr lang="en-US" dirty="0">
                <a:latin typeface="Bookman Old Style" pitchFamily="18" charset="0"/>
              </a:rPr>
              <a:t>{</a:t>
            </a:r>
          </a:p>
          <a:p>
            <a:r>
              <a:rPr lang="en-US" dirty="0">
                <a:latin typeface="Bookman Old Style" pitchFamily="18" charset="0"/>
              </a:rPr>
              <a:t>      </a:t>
            </a:r>
            <a:r>
              <a:rPr lang="en-US" dirty="0" err="1">
                <a:latin typeface="Bookman Old Style" pitchFamily="18" charset="0"/>
              </a:rPr>
              <a:t>int</a:t>
            </a:r>
            <a:r>
              <a:rPr lang="en-US" dirty="0">
                <a:latin typeface="Bookman Old Style" pitchFamily="18" charset="0"/>
              </a:rPr>
              <a:t> x; </a:t>
            </a:r>
            <a:r>
              <a:rPr lang="en-US" dirty="0">
                <a:solidFill>
                  <a:srgbClr val="0000CC"/>
                </a:solidFill>
                <a:latin typeface="Bookman Old Style" pitchFamily="18" charset="0"/>
              </a:rPr>
              <a:t>//Compile-time error</a:t>
            </a:r>
          </a:p>
          <a:p>
            <a:r>
              <a:rPr lang="en-US" dirty="0">
                <a:latin typeface="Bookman Old Style" pitchFamily="18" charset="0"/>
              </a:rPr>
              <a:t>}</a:t>
            </a:r>
          </a:p>
        </p:txBody>
      </p:sp>
      <p:sp>
        <p:nvSpPr>
          <p:cNvPr id="7" name="Rectangle 6"/>
          <p:cNvSpPr/>
          <p:nvPr/>
        </p:nvSpPr>
        <p:spPr>
          <a:xfrm>
            <a:off x="1907704" y="4005064"/>
            <a:ext cx="4572000" cy="2031325"/>
          </a:xfrm>
          <a:prstGeom prst="rect">
            <a:avLst/>
          </a:prstGeom>
        </p:spPr>
        <p:txBody>
          <a:bodyPr>
            <a:spAutoFit/>
          </a:bodyPr>
          <a:lstStyle/>
          <a:p>
            <a:r>
              <a:rPr lang="en-US" dirty="0">
                <a:latin typeface="Bookman Old Style" pitchFamily="18" charset="0"/>
              </a:rPr>
              <a:t>Class Sample implements Try</a:t>
            </a:r>
          </a:p>
          <a:p>
            <a:r>
              <a:rPr lang="en-US" dirty="0">
                <a:latin typeface="Bookman Old Style" pitchFamily="18" charset="0"/>
              </a:rPr>
              <a:t>{</a:t>
            </a:r>
          </a:p>
          <a:p>
            <a:r>
              <a:rPr lang="en-US" dirty="0">
                <a:latin typeface="Bookman Old Style" pitchFamily="18" charset="0"/>
              </a:rPr>
              <a:t>  public static void main(String </a:t>
            </a:r>
            <a:r>
              <a:rPr lang="en-US" dirty="0" err="1">
                <a:latin typeface="Bookman Old Style" pitchFamily="18" charset="0"/>
              </a:rPr>
              <a:t>arg</a:t>
            </a:r>
            <a:r>
              <a:rPr lang="en-US" dirty="0">
                <a:latin typeface="Bookman Old Style" pitchFamily="18" charset="0"/>
              </a:rPr>
              <a:t>[])</a:t>
            </a:r>
          </a:p>
          <a:p>
            <a:r>
              <a:rPr lang="en-US" dirty="0">
                <a:latin typeface="Bookman Old Style" pitchFamily="18" charset="0"/>
              </a:rPr>
              <a:t>  {</a:t>
            </a:r>
          </a:p>
          <a:p>
            <a:r>
              <a:rPr lang="en-US" dirty="0">
                <a:latin typeface="Bookman Old Style" pitchFamily="18" charset="0"/>
              </a:rPr>
              <a:t>     x=20; </a:t>
            </a:r>
            <a:r>
              <a:rPr lang="en-US" dirty="0">
                <a:solidFill>
                  <a:srgbClr val="0000CC"/>
                </a:solidFill>
                <a:latin typeface="Bookman Old Style" pitchFamily="18" charset="0"/>
              </a:rPr>
              <a:t>//compile time error</a:t>
            </a:r>
          </a:p>
          <a:p>
            <a:r>
              <a:rPr lang="en-US" dirty="0">
                <a:latin typeface="Bookman Old Style" pitchFamily="18" charset="0"/>
              </a:rPr>
              <a:t>  }</a:t>
            </a:r>
          </a:p>
          <a:p>
            <a:r>
              <a:rPr lang="en-US" dirty="0">
                <a:latin typeface="Bookman Old Style" pitchFamily="18" charset="0"/>
              </a:rPr>
              <a:t>}</a:t>
            </a:r>
          </a:p>
        </p:txBody>
      </p:sp>
    </p:spTree>
    <p:extLst>
      <p:ext uri="{BB962C8B-B14F-4D97-AF65-F5344CB8AC3E}">
        <p14:creationId xmlns:p14="http://schemas.microsoft.com/office/powerpoint/2010/main" val="417064360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Quiz on Interfaces</a:t>
            </a:r>
          </a:p>
        </p:txBody>
      </p:sp>
      <p:sp>
        <p:nvSpPr>
          <p:cNvPr id="4" name="Rectangle 3"/>
          <p:cNvSpPr/>
          <p:nvPr/>
        </p:nvSpPr>
        <p:spPr>
          <a:xfrm>
            <a:off x="238124" y="3845947"/>
            <a:ext cx="6710139" cy="2031325"/>
          </a:xfrm>
          <a:prstGeom prst="rect">
            <a:avLst/>
          </a:prstGeom>
          <a:solidFill>
            <a:srgbClr val="FFFFFF"/>
          </a:solidFill>
        </p:spPr>
        <p:txBody>
          <a:bodyPr wrap="square">
            <a:spAutoFit/>
          </a:bodyPr>
          <a:lstStyle/>
          <a:p>
            <a:r>
              <a:rPr lang="en-US" dirty="0">
                <a:latin typeface="Bookman Old Style" pitchFamily="18" charset="0"/>
              </a:rPr>
              <a:t>2. What is wrong with the following interface?</a:t>
            </a:r>
          </a:p>
          <a:p>
            <a:endParaRPr lang="en-US" dirty="0">
              <a:latin typeface="Bookman Old Style" pitchFamily="18" charset="0"/>
            </a:endParaRPr>
          </a:p>
          <a:p>
            <a:r>
              <a:rPr lang="en-US" dirty="0">
                <a:latin typeface="Bookman Old Style" pitchFamily="18" charset="0"/>
              </a:rPr>
              <a:t>public interface </a:t>
            </a:r>
            <a:r>
              <a:rPr lang="en-US" dirty="0" err="1">
                <a:latin typeface="Bookman Old Style" pitchFamily="18" charset="0"/>
              </a:rPr>
              <a:t>SomethingIsWrong</a:t>
            </a:r>
            <a:r>
              <a:rPr lang="en-US" dirty="0">
                <a:latin typeface="Bookman Old Style" pitchFamily="18" charset="0"/>
              </a:rPr>
              <a:t> {</a:t>
            </a:r>
          </a:p>
          <a:p>
            <a:r>
              <a:rPr lang="en-US" dirty="0">
                <a:latin typeface="Bookman Old Style" pitchFamily="18" charset="0"/>
              </a:rPr>
              <a:t>    void </a:t>
            </a:r>
            <a:r>
              <a:rPr lang="en-US" dirty="0" err="1">
                <a:latin typeface="Bookman Old Style" pitchFamily="18" charset="0"/>
              </a:rPr>
              <a:t>aMethod</a:t>
            </a:r>
            <a:r>
              <a:rPr lang="en-US" dirty="0">
                <a:latin typeface="Bookman Old Style" pitchFamily="18" charset="0"/>
              </a:rPr>
              <a:t>(</a:t>
            </a:r>
            <a:r>
              <a:rPr lang="en-US" dirty="0" err="1">
                <a:latin typeface="Bookman Old Style" pitchFamily="18" charset="0"/>
              </a:rPr>
              <a:t>int</a:t>
            </a:r>
            <a:r>
              <a:rPr lang="en-US" dirty="0">
                <a:latin typeface="Bookman Old Style" pitchFamily="18" charset="0"/>
              </a:rPr>
              <a:t> </a:t>
            </a:r>
            <a:r>
              <a:rPr lang="en-US" dirty="0" err="1">
                <a:latin typeface="Bookman Old Style" pitchFamily="18" charset="0"/>
              </a:rPr>
              <a:t>aValue</a:t>
            </a:r>
            <a:r>
              <a:rPr lang="en-US" dirty="0">
                <a:latin typeface="Bookman Old Style" pitchFamily="18" charset="0"/>
              </a:rPr>
              <a:t>) {</a:t>
            </a:r>
          </a:p>
          <a:p>
            <a:r>
              <a:rPr lang="en-US" dirty="0">
                <a:latin typeface="Bookman Old Style" pitchFamily="18" charset="0"/>
              </a:rPr>
              <a:t>        </a:t>
            </a:r>
            <a:r>
              <a:rPr lang="en-US" dirty="0" err="1">
                <a:latin typeface="Bookman Old Style" pitchFamily="18" charset="0"/>
              </a:rPr>
              <a:t>System.out.println</a:t>
            </a:r>
            <a:r>
              <a:rPr lang="en-US" dirty="0">
                <a:latin typeface="Bookman Old Style" pitchFamily="18" charset="0"/>
              </a:rPr>
              <a:t>("Hi Mom");</a:t>
            </a:r>
          </a:p>
          <a:p>
            <a:r>
              <a:rPr lang="en-US" dirty="0">
                <a:latin typeface="Bookman Old Style" pitchFamily="18" charset="0"/>
              </a:rPr>
              <a:t>    }</a:t>
            </a:r>
          </a:p>
          <a:p>
            <a:r>
              <a:rPr lang="en-US" dirty="0">
                <a:latin typeface="Bookman Old Style" pitchFamily="18" charset="0"/>
              </a:rPr>
              <a:t>}</a:t>
            </a:r>
          </a:p>
        </p:txBody>
      </p:sp>
      <p:sp>
        <p:nvSpPr>
          <p:cNvPr id="6" name="Rectangle 5"/>
          <p:cNvSpPr/>
          <p:nvPr/>
        </p:nvSpPr>
        <p:spPr>
          <a:xfrm>
            <a:off x="238124" y="1663056"/>
            <a:ext cx="8604251" cy="1754327"/>
          </a:xfrm>
          <a:prstGeom prst="rect">
            <a:avLst/>
          </a:prstGeom>
          <a:solidFill>
            <a:srgbClr val="FFFFFF"/>
          </a:solidFill>
        </p:spPr>
        <p:txBody>
          <a:bodyPr wrap="square">
            <a:spAutoFit/>
          </a:bodyPr>
          <a:lstStyle/>
          <a:p>
            <a:pPr latinLnBrk="0"/>
            <a:r>
              <a:rPr lang="en-US" dirty="0">
                <a:latin typeface="Bookman Old Style" pitchFamily="18" charset="0"/>
              </a:rPr>
              <a:t>1. Which of the following is correct way of implementing an interface salary by class manager?</a:t>
            </a:r>
          </a:p>
          <a:p>
            <a:pPr latinLnBrk="0"/>
            <a:r>
              <a:rPr lang="en-US" dirty="0">
                <a:latin typeface="Bookman Old Style" pitchFamily="18" charset="0"/>
              </a:rPr>
              <a:t>a) class manager extends salary {}</a:t>
            </a:r>
          </a:p>
          <a:p>
            <a:pPr latinLnBrk="0"/>
            <a:r>
              <a:rPr lang="en-US" dirty="0">
                <a:latin typeface="Bookman Old Style" pitchFamily="18" charset="0"/>
              </a:rPr>
              <a:t>b) class manager implements salary {}</a:t>
            </a:r>
          </a:p>
          <a:p>
            <a:pPr latinLnBrk="0"/>
            <a:r>
              <a:rPr lang="en-US" dirty="0">
                <a:latin typeface="Bookman Old Style" pitchFamily="18" charset="0"/>
              </a:rPr>
              <a:t>c) class manager imports salary {}</a:t>
            </a:r>
          </a:p>
          <a:p>
            <a:pPr latinLnBrk="0"/>
            <a:r>
              <a:rPr lang="en-US" dirty="0">
                <a:latin typeface="Bookman Old Style" pitchFamily="18" charset="0"/>
              </a:rPr>
              <a:t>d) None of the mentioned.</a:t>
            </a:r>
          </a:p>
        </p:txBody>
      </p:sp>
    </p:spTree>
    <p:extLst>
      <p:ext uri="{BB962C8B-B14F-4D97-AF65-F5344CB8AC3E}">
        <p14:creationId xmlns:p14="http://schemas.microsoft.com/office/powerpoint/2010/main" val="249984180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p:txBody>
          <a:bodyPr/>
          <a:lstStyle/>
          <a:p>
            <a:pPr marL="0" indent="0">
              <a:buNone/>
            </a:pPr>
            <a:r>
              <a:rPr lang="en-US" dirty="0"/>
              <a:t>3. Which of the following is a correct interface?</a:t>
            </a:r>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600" y="2420888"/>
            <a:ext cx="6997687" cy="2350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1187624" y="5166206"/>
            <a:ext cx="1124026" cy="369332"/>
          </a:xfrm>
          <a:prstGeom prst="rect">
            <a:avLst/>
          </a:prstGeom>
          <a:noFill/>
        </p:spPr>
        <p:txBody>
          <a:bodyPr wrap="none" rtlCol="0">
            <a:spAutoFit/>
          </a:bodyPr>
          <a:lstStyle/>
          <a:p>
            <a:r>
              <a:rPr lang="en-US" dirty="0">
                <a:solidFill>
                  <a:srgbClr val="FF0000"/>
                </a:solidFill>
              </a:rPr>
              <a:t>Answer: d</a:t>
            </a:r>
          </a:p>
        </p:txBody>
      </p:sp>
    </p:spTree>
    <p:extLst>
      <p:ext uri="{BB962C8B-B14F-4D97-AF65-F5344CB8AC3E}">
        <p14:creationId xmlns:p14="http://schemas.microsoft.com/office/powerpoint/2010/main" val="17424498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ltLang="ko-KR" dirty="0"/>
              <a:t>Next Week Lecture</a:t>
            </a:r>
            <a:endParaRPr lang="ko-KR" altLang="en-US" dirty="0"/>
          </a:p>
        </p:txBody>
      </p:sp>
      <p:sp>
        <p:nvSpPr>
          <p:cNvPr id="2" name="Content Placeholder 1"/>
          <p:cNvSpPr>
            <a:spLocks noGrp="1"/>
          </p:cNvSpPr>
          <p:nvPr>
            <p:ph idx="1"/>
          </p:nvPr>
        </p:nvSpPr>
        <p:spPr>
          <a:xfrm>
            <a:off x="1835696" y="1556792"/>
            <a:ext cx="6912768" cy="614197"/>
          </a:xfrm>
        </p:spPr>
        <p:txBody>
          <a:bodyPr/>
          <a:lstStyle/>
          <a:p>
            <a:pPr marL="342900" indent="-342900">
              <a:lnSpc>
                <a:spcPct val="150000"/>
              </a:lnSpc>
              <a:buFont typeface="Wingdings" pitchFamily="2" charset="2"/>
              <a:buChar char="§"/>
            </a:pPr>
            <a:r>
              <a:rPr lang="en-US" b="1" dirty="0">
                <a:latin typeface="Bookman Old Style" pitchFamily="18" charset="0"/>
              </a:rPr>
              <a:t>Exception Handling</a:t>
            </a:r>
          </a:p>
          <a:p>
            <a:pPr marL="342900" indent="-342900">
              <a:lnSpc>
                <a:spcPct val="150000"/>
              </a:lnSpc>
              <a:buFont typeface="Wingdings" pitchFamily="2" charset="2"/>
              <a:buChar char="§"/>
            </a:pPr>
            <a:r>
              <a:rPr lang="en-US" b="1" dirty="0">
                <a:latin typeface="Bookman Old Style" pitchFamily="18" charset="0"/>
              </a:rPr>
              <a:t>Multithreading</a:t>
            </a:r>
          </a:p>
        </p:txBody>
      </p:sp>
      <p:sp>
        <p:nvSpPr>
          <p:cNvPr id="6" name="Title 2"/>
          <p:cNvSpPr txBox="1">
            <a:spLocks/>
          </p:cNvSpPr>
          <p:nvPr/>
        </p:nvSpPr>
        <p:spPr>
          <a:xfrm>
            <a:off x="5850396" y="5778104"/>
            <a:ext cx="3762164" cy="1179288"/>
          </a:xfrm>
          <a:prstGeom prst="rect">
            <a:avLst/>
          </a:prstGeom>
        </p:spPr>
        <p:txBody>
          <a:bodyPr anchor="ctr"/>
          <a:lstStyle>
            <a:lvl1pPr algn="l" defTabSz="914400" rtl="0" eaLnBrk="1" latinLnBrk="1" hangingPunct="1">
              <a:spcBef>
                <a:spcPct val="0"/>
              </a:spcBef>
              <a:buNone/>
              <a:defRPr sz="3600" b="1" kern="1200">
                <a:solidFill>
                  <a:schemeClr val="tx1">
                    <a:lumMod val="75000"/>
                    <a:lumOff val="25000"/>
                  </a:schemeClr>
                </a:solidFill>
                <a:latin typeface="Arial" pitchFamily="34" charset="0"/>
                <a:ea typeface="+mj-ea"/>
                <a:cs typeface="Arial" pitchFamily="34" charset="0"/>
              </a:defRPr>
            </a:lvl1pPr>
          </a:lstStyle>
          <a:p>
            <a:pPr algn="ctr"/>
            <a:r>
              <a:rPr lang="en-US" altLang="ko-KR" sz="3200" dirty="0"/>
              <a:t>Thank you!</a:t>
            </a:r>
            <a:endParaRPr lang="ko-KR" altLang="en-US" sz="3200" dirty="0"/>
          </a:p>
        </p:txBody>
      </p:sp>
    </p:spTree>
    <p:extLst>
      <p:ext uri="{BB962C8B-B14F-4D97-AF65-F5344CB8AC3E}">
        <p14:creationId xmlns:p14="http://schemas.microsoft.com/office/powerpoint/2010/main" val="9791076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5724</TotalTime>
  <Words>2118</Words>
  <Application>Microsoft Office PowerPoint</Application>
  <PresentationFormat>On-screen Show (4:3)</PresentationFormat>
  <Paragraphs>409</Paragraphs>
  <Slides>36</Slides>
  <Notes>6</Notes>
  <HiddenSlides>0</HiddenSlides>
  <MMClips>0</MMClips>
  <ScaleCrop>false</ScaleCrop>
  <HeadingPairs>
    <vt:vector size="4" baseType="variant">
      <vt:variant>
        <vt:lpstr>Theme</vt:lpstr>
      </vt:variant>
      <vt:variant>
        <vt:i4>2</vt:i4>
      </vt:variant>
      <vt:variant>
        <vt:lpstr>Slide Titles</vt:lpstr>
      </vt:variant>
      <vt:variant>
        <vt:i4>36</vt:i4>
      </vt:variant>
    </vt:vector>
  </HeadingPairs>
  <TitlesOfParts>
    <vt:vector size="38" baseType="lpstr">
      <vt:lpstr>Office Theme</vt:lpstr>
      <vt:lpstr>Custom Design</vt:lpstr>
      <vt:lpstr>PowerPoint Presentation</vt:lpstr>
      <vt:lpstr>Lecture 5  Packages and Interfaces</vt:lpstr>
      <vt:lpstr>Outline of Class (Lecture 5)</vt:lpstr>
      <vt:lpstr>Lecture Objectives</vt:lpstr>
      <vt:lpstr>PowerPoint Presentation</vt:lpstr>
      <vt:lpstr>Packages</vt:lpstr>
      <vt:lpstr>Packages</vt:lpstr>
      <vt:lpstr>Types of Packages in Java</vt:lpstr>
      <vt:lpstr>Finding Packages and CLASSPATH</vt:lpstr>
      <vt:lpstr>PowerPoint Presentation</vt:lpstr>
      <vt:lpstr>Importing Packages </vt:lpstr>
      <vt:lpstr>Example 5.2.  An example demonstrating how to access class from different package.</vt:lpstr>
      <vt:lpstr>Access Modifiers</vt:lpstr>
      <vt:lpstr>Access Modifiers</vt:lpstr>
      <vt:lpstr>Access Protection Rules</vt:lpstr>
      <vt:lpstr>Access Protection Rules</vt:lpstr>
      <vt:lpstr>PowerPoint Presentation</vt:lpstr>
      <vt:lpstr>PowerPoint Presentation</vt:lpstr>
      <vt:lpstr>Quiz on Access Protection</vt:lpstr>
      <vt:lpstr>PowerPoint Presentation</vt:lpstr>
      <vt:lpstr>PowerPoint Presentation</vt:lpstr>
      <vt:lpstr>Interfaces</vt:lpstr>
      <vt:lpstr>Interfaces</vt:lpstr>
      <vt:lpstr>Defining an Interface </vt:lpstr>
      <vt:lpstr>Implementing Interfaces </vt:lpstr>
      <vt:lpstr>PowerPoint Presentation</vt:lpstr>
      <vt:lpstr>PowerPoint Presentation</vt:lpstr>
      <vt:lpstr>Relationship between classes and interfaces </vt:lpstr>
      <vt:lpstr>Multiple inheritance in Java by interface </vt:lpstr>
      <vt:lpstr>PowerPoint Presentation</vt:lpstr>
      <vt:lpstr>Extending Interfaces </vt:lpstr>
      <vt:lpstr>Key Points of Interfaces</vt:lpstr>
      <vt:lpstr>PowerPoint Presentation</vt:lpstr>
      <vt:lpstr>Quiz on Interfaces</vt:lpstr>
      <vt:lpstr> </vt:lpstr>
      <vt:lpstr>Next Week Lecture</vt:lpstr>
    </vt:vector>
  </TitlesOfParts>
  <Company>Microsoft Corporation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Registered User</dc:creator>
  <cp:lastModifiedBy>User</cp:lastModifiedBy>
  <cp:revision>179</cp:revision>
  <dcterms:created xsi:type="dcterms:W3CDTF">2014-04-01T16:27:38Z</dcterms:created>
  <dcterms:modified xsi:type="dcterms:W3CDTF">2026-07-07T01:53:54Z</dcterms:modified>
</cp:coreProperties>
</file>